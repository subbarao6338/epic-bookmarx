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9" r:id="rId4"/>
    <p:sldMasterId id="2147484048" r:id="rId5"/>
  </p:sldMasterIdLst>
  <p:notesMasterIdLst>
    <p:notesMasterId r:id="rId12"/>
  </p:notesMasterIdLst>
  <p:handoutMasterIdLst>
    <p:handoutMasterId r:id="rId13"/>
  </p:handoutMasterIdLst>
  <p:sldIdLst>
    <p:sldId id="265" r:id="rId6"/>
    <p:sldId id="3901" r:id="rId7"/>
    <p:sldId id="3903" r:id="rId8"/>
    <p:sldId id="3904" r:id="rId9"/>
    <p:sldId id="3906" r:id="rId10"/>
    <p:sldId id="3905" r:id="rId11"/>
  </p:sldIdLst>
  <p:sldSz cx="13716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100" kern="1200">
        <a:solidFill>
          <a:srgbClr val="1F497D"/>
        </a:solidFill>
        <a:latin typeface="Calibri" pitchFamily="34" charset="0"/>
        <a:ea typeface="+mn-ea"/>
        <a:cs typeface="+mn-cs"/>
      </a:defRPr>
    </a:lvl1pPr>
    <a:lvl2pPr marL="457062" algn="l" rtl="0" fontAlgn="base">
      <a:spcBef>
        <a:spcPct val="0"/>
      </a:spcBef>
      <a:spcAft>
        <a:spcPct val="0"/>
      </a:spcAft>
      <a:defRPr sz="1100" kern="1200">
        <a:solidFill>
          <a:srgbClr val="1F497D"/>
        </a:solidFill>
        <a:latin typeface="Calibri" pitchFamily="34" charset="0"/>
        <a:ea typeface="+mn-ea"/>
        <a:cs typeface="+mn-cs"/>
      </a:defRPr>
    </a:lvl2pPr>
    <a:lvl3pPr marL="914127" algn="l" rtl="0" fontAlgn="base">
      <a:spcBef>
        <a:spcPct val="0"/>
      </a:spcBef>
      <a:spcAft>
        <a:spcPct val="0"/>
      </a:spcAft>
      <a:defRPr sz="1100" kern="1200">
        <a:solidFill>
          <a:srgbClr val="1F497D"/>
        </a:solidFill>
        <a:latin typeface="Calibri" pitchFamily="34" charset="0"/>
        <a:ea typeface="+mn-ea"/>
        <a:cs typeface="+mn-cs"/>
      </a:defRPr>
    </a:lvl3pPr>
    <a:lvl4pPr marL="1371190" algn="l" rtl="0" fontAlgn="base">
      <a:spcBef>
        <a:spcPct val="0"/>
      </a:spcBef>
      <a:spcAft>
        <a:spcPct val="0"/>
      </a:spcAft>
      <a:defRPr sz="1100" kern="1200">
        <a:solidFill>
          <a:srgbClr val="1F497D"/>
        </a:solidFill>
        <a:latin typeface="Calibri" pitchFamily="34" charset="0"/>
        <a:ea typeface="+mn-ea"/>
        <a:cs typeface="+mn-cs"/>
      </a:defRPr>
    </a:lvl4pPr>
    <a:lvl5pPr marL="1828254" algn="l" rtl="0" fontAlgn="base">
      <a:spcBef>
        <a:spcPct val="0"/>
      </a:spcBef>
      <a:spcAft>
        <a:spcPct val="0"/>
      </a:spcAft>
      <a:defRPr sz="1100" kern="1200">
        <a:solidFill>
          <a:srgbClr val="1F497D"/>
        </a:solidFill>
        <a:latin typeface="Calibri" pitchFamily="34" charset="0"/>
        <a:ea typeface="+mn-ea"/>
        <a:cs typeface="+mn-cs"/>
      </a:defRPr>
    </a:lvl5pPr>
    <a:lvl6pPr marL="2285315" algn="l" defTabSz="914127" rtl="0" eaLnBrk="1" latinLnBrk="0" hangingPunct="1">
      <a:defRPr sz="1100" kern="1200">
        <a:solidFill>
          <a:srgbClr val="1F497D"/>
        </a:solidFill>
        <a:latin typeface="Calibri" pitchFamily="34" charset="0"/>
        <a:ea typeface="+mn-ea"/>
        <a:cs typeface="+mn-cs"/>
      </a:defRPr>
    </a:lvl6pPr>
    <a:lvl7pPr marL="2742378" algn="l" defTabSz="914127" rtl="0" eaLnBrk="1" latinLnBrk="0" hangingPunct="1">
      <a:defRPr sz="1100" kern="1200">
        <a:solidFill>
          <a:srgbClr val="1F497D"/>
        </a:solidFill>
        <a:latin typeface="Calibri" pitchFamily="34" charset="0"/>
        <a:ea typeface="+mn-ea"/>
        <a:cs typeface="+mn-cs"/>
      </a:defRPr>
    </a:lvl7pPr>
    <a:lvl8pPr marL="3199440" algn="l" defTabSz="914127" rtl="0" eaLnBrk="1" latinLnBrk="0" hangingPunct="1">
      <a:defRPr sz="1100" kern="1200">
        <a:solidFill>
          <a:srgbClr val="1F497D"/>
        </a:solidFill>
        <a:latin typeface="Calibri" pitchFamily="34" charset="0"/>
        <a:ea typeface="+mn-ea"/>
        <a:cs typeface="+mn-cs"/>
      </a:defRPr>
    </a:lvl8pPr>
    <a:lvl9pPr marL="3656503" algn="l" defTabSz="914127" rtl="0" eaLnBrk="1" latinLnBrk="0" hangingPunct="1">
      <a:defRPr sz="1100" kern="1200">
        <a:solidFill>
          <a:srgbClr val="1F497D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3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0">
          <p15:clr>
            <a:srgbClr val="A4A3A4"/>
          </p15:clr>
        </p15:guide>
        <p15:guide id="2" pos="302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riyadarshinis" initials="p" lastIdx="1" clrIdx="0"/>
  <p:cmAuthor id="7" name="Navin Saini - ERS, HCL Tech" initials="NS-EHT" lastIdx="5" clrIdx="7">
    <p:extLst>
      <p:ext uri="{19B8F6BF-5375-455C-9EA6-DF929625EA0E}">
        <p15:presenceInfo xmlns:p15="http://schemas.microsoft.com/office/powerpoint/2012/main" userId="S-1-5-21-333653013-2304839960-3876203932-9202" providerId="AD"/>
      </p:ext>
    </p:extLst>
  </p:cmAuthor>
  <p:cmAuthor id="1" name="Dhanyamraju S U M Prasad - ERS, HCL Tech" initials="DT" lastIdx="23" clrIdx="1">
    <p:extLst>
      <p:ext uri="{19B8F6BF-5375-455C-9EA6-DF929625EA0E}">
        <p15:presenceInfo xmlns:p15="http://schemas.microsoft.com/office/powerpoint/2012/main" userId="S::prasad@hcl.com::30adbbb8-d99a-4220-acde-4a42e50fe43d" providerId="AD"/>
      </p:ext>
    </p:extLst>
  </p:cmAuthor>
  <p:cmAuthor id="8" name="Navin Saini - ERS, HCL Tech" initials="NT" lastIdx="1" clrIdx="8">
    <p:extLst>
      <p:ext uri="{19B8F6BF-5375-455C-9EA6-DF929625EA0E}">
        <p15:presenceInfo xmlns:p15="http://schemas.microsoft.com/office/powerpoint/2012/main" userId="S::navins@hcl.com::727b3d7c-3065-478c-abda-43ac08f3a339" providerId="AD"/>
      </p:ext>
    </p:extLst>
  </p:cmAuthor>
  <p:cmAuthor id="2" name="Priyadarshini  Somasundaram - ERS, HCL Tech" initials="PS-EHT" lastIdx="11" clrIdx="2">
    <p:extLst>
      <p:ext uri="{19B8F6BF-5375-455C-9EA6-DF929625EA0E}">
        <p15:presenceInfo xmlns:p15="http://schemas.microsoft.com/office/powerpoint/2012/main" userId="S::priyadarshinis@hcl.com::6c018da3-92dd-4917-9450-2e876872b446" providerId="AD"/>
      </p:ext>
    </p:extLst>
  </p:cmAuthor>
  <p:cmAuthor id="9" name="Vedant Dhanyamraju" initials="VD" lastIdx="1" clrIdx="9">
    <p:extLst>
      <p:ext uri="{19B8F6BF-5375-455C-9EA6-DF929625EA0E}">
        <p15:presenceInfo xmlns:p15="http://schemas.microsoft.com/office/powerpoint/2012/main" userId="a1b7a325ecb9debe" providerId="Windows Live"/>
      </p:ext>
    </p:extLst>
  </p:cmAuthor>
  <p:cmAuthor id="3" name="Simy Chacko, ERS,HCLTech" initials="SE" lastIdx="2" clrIdx="3">
    <p:extLst>
      <p:ext uri="{19B8F6BF-5375-455C-9EA6-DF929625EA0E}">
        <p15:presenceInfo xmlns:p15="http://schemas.microsoft.com/office/powerpoint/2012/main" userId="S::simy_c@hcl.com::6fc4b38d-993a-431b-8cca-b8cc15beb370" providerId="AD"/>
      </p:ext>
    </p:extLst>
  </p:cmAuthor>
  <p:cmAuthor id="10" name="Vijay Kumar Sharma" initials="VKS" lastIdx="1" clrIdx="10">
    <p:extLst>
      <p:ext uri="{19B8F6BF-5375-455C-9EA6-DF929625EA0E}">
        <p15:presenceInfo xmlns:p15="http://schemas.microsoft.com/office/powerpoint/2012/main" userId="S::vijaykumar.sharma@hcl.com::1fe9b6cb-1c22-4980-889a-926b185b3143" providerId="AD"/>
      </p:ext>
    </p:extLst>
  </p:cmAuthor>
  <p:cmAuthor id="4" name="Akhilesh Chandra Singh - ERS, HCL Tech" initials="AT" lastIdx="1" clrIdx="4">
    <p:extLst>
      <p:ext uri="{19B8F6BF-5375-455C-9EA6-DF929625EA0E}">
        <p15:presenceInfo xmlns:p15="http://schemas.microsoft.com/office/powerpoint/2012/main" userId="S::akhileshs@hcl.com::7d99df69-473d-4897-8bb9-4a03db194123" providerId="AD"/>
      </p:ext>
    </p:extLst>
  </p:cmAuthor>
  <p:cmAuthor id="11" name="Prathameshwar Pratap Singh" initials="PPS" lastIdx="6" clrIdx="11">
    <p:extLst>
      <p:ext uri="{19B8F6BF-5375-455C-9EA6-DF929625EA0E}">
        <p15:presenceInfo xmlns:p15="http://schemas.microsoft.com/office/powerpoint/2012/main" userId="S::Prathameshwar.Singh@hcl.com::78b2f77e-5245-4560-8515-2bc1c5995777" providerId="AD"/>
      </p:ext>
    </p:extLst>
  </p:cmAuthor>
  <p:cmAuthor id="5" name="Siva Sakthivel S-ERS,HCLTech." initials="SS" lastIdx="11" clrIdx="5">
    <p:extLst>
      <p:ext uri="{19B8F6BF-5375-455C-9EA6-DF929625EA0E}">
        <p15:presenceInfo xmlns:p15="http://schemas.microsoft.com/office/powerpoint/2012/main" userId="S::sivasakthis@hcl.com::4f44a3bc-a770-4533-9dcb-73cc07ac0470" providerId="AD"/>
      </p:ext>
    </p:extLst>
  </p:cmAuthor>
  <p:cmAuthor id="6" name="Maheswari V.S - ERS, HCL Tech" initials="MV-EHT" lastIdx="3" clrIdx="6">
    <p:extLst>
      <p:ext uri="{19B8F6BF-5375-455C-9EA6-DF929625EA0E}">
        <p15:presenceInfo xmlns:p15="http://schemas.microsoft.com/office/powerpoint/2012/main" userId="S-1-5-21-333653013-2304839960-3876203932-994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3A6D93"/>
    <a:srgbClr val="00B0F0"/>
    <a:srgbClr val="7093D2"/>
    <a:srgbClr val="1D93A3"/>
    <a:srgbClr val="8439BD"/>
    <a:srgbClr val="ED7D31"/>
    <a:srgbClr val="00B5C0"/>
    <a:srgbClr val="82C25E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2B933C-5DA3-45CE-92F2-91AB2CA766A5}" v="82" dt="2022-04-06T11:32:51.423"/>
    <p1510:client id="{8D451D89-DBB1-4F33-B489-02E290A85E0D}" v="2" dt="2021-03-18T06:58:15.081"/>
    <p1510:client id="{A190937A-EFB8-4AE0-8947-8E87E8351813}" v="75" dt="2021-07-09T10:33:18.532"/>
    <p1510:client id="{D846BDE2-C7A5-4250-9CCE-94AC3046C0E3}" v="2" dt="2022-04-06T09:54:47.165"/>
    <p1510:client id="{DFA9E06A-833D-4FF8-A551-F7575A2C5686}" v="213" dt="2021-07-09T11:57:55.998"/>
    <p1510:client id="{F5C0ACA2-C4A4-4AFE-9723-7251A4DBD409}" v="364" dt="2022-04-06T09:41:53.7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80" y="56"/>
      </p:cViewPr>
      <p:guideLst>
        <p:guide orient="horz" pos="2160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300"/>
        <p:guide pos="302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gesh Gupta" userId="ca23e961e49a94d0" providerId="LiveId" clId="{0104CF25-BE09-4EBC-94B7-B5F094C0C8A7}"/>
    <pc:docChg chg="undo custSel modSld modMainMaster">
      <pc:chgData name="Yogesh Gupta" userId="ca23e961e49a94d0" providerId="LiveId" clId="{0104CF25-BE09-4EBC-94B7-B5F094C0C8A7}" dt="2021-02-24T19:16:51.568" v="100" actId="1076"/>
      <pc:docMkLst>
        <pc:docMk/>
      </pc:docMkLst>
      <pc:sldChg chg="modSp mod">
        <pc:chgData name="Yogesh Gupta" userId="ca23e961e49a94d0" providerId="LiveId" clId="{0104CF25-BE09-4EBC-94B7-B5F094C0C8A7}" dt="2021-02-24T19:09:51.185" v="30" actId="1038"/>
        <pc:sldMkLst>
          <pc:docMk/>
          <pc:sldMk cId="1011475303" sldId="265"/>
        </pc:sldMkLst>
        <pc:spChg chg="mod">
          <ac:chgData name="Yogesh Gupta" userId="ca23e961e49a94d0" providerId="LiveId" clId="{0104CF25-BE09-4EBC-94B7-B5F094C0C8A7}" dt="2021-02-24T19:09:44.765" v="21" actId="113"/>
          <ac:spMkLst>
            <pc:docMk/>
            <pc:sldMk cId="1011475303" sldId="265"/>
            <ac:spMk id="27" creationId="{E1AD8FCC-F944-41B0-9432-85236795AB99}"/>
          </ac:spMkLst>
        </pc:spChg>
        <pc:picChg chg="mod">
          <ac:chgData name="Yogesh Gupta" userId="ca23e961e49a94d0" providerId="LiveId" clId="{0104CF25-BE09-4EBC-94B7-B5F094C0C8A7}" dt="2021-02-24T19:09:51.185" v="30" actId="1038"/>
          <ac:picMkLst>
            <pc:docMk/>
            <pc:sldMk cId="1011475303" sldId="265"/>
            <ac:picMk id="6" creationId="{4F3BEFE9-AB6F-43B2-9596-8E1A67BDC8DF}"/>
          </ac:picMkLst>
        </pc:picChg>
      </pc:sldChg>
      <pc:sldMasterChg chg="addSp modSp mod">
        <pc:chgData name="Yogesh Gupta" userId="ca23e961e49a94d0" providerId="LiveId" clId="{0104CF25-BE09-4EBC-94B7-B5F094C0C8A7}" dt="2021-02-24T19:13:47.747" v="38" actId="403"/>
        <pc:sldMasterMkLst>
          <pc:docMk/>
          <pc:sldMasterMk cId="519469393" sldId="2147484019"/>
        </pc:sldMasterMkLst>
        <pc:spChg chg="add mod">
          <ac:chgData name="Yogesh Gupta" userId="ca23e961e49a94d0" providerId="LiveId" clId="{0104CF25-BE09-4EBC-94B7-B5F094C0C8A7}" dt="2021-02-24T19:13:47.747" v="38" actId="403"/>
          <ac:spMkLst>
            <pc:docMk/>
            <pc:sldMasterMk cId="519469393" sldId="2147484019"/>
            <ac:spMk id="13" creationId="{A7E95038-264B-4545-B127-1C8C5F24E184}"/>
          </ac:spMkLst>
        </pc:spChg>
      </pc:sldMasterChg>
      <pc:sldMasterChg chg="addSp modSp mod delSldLayout">
        <pc:chgData name="Yogesh Gupta" userId="ca23e961e49a94d0" providerId="LiveId" clId="{0104CF25-BE09-4EBC-94B7-B5F094C0C8A7}" dt="2021-02-24T19:16:51.568" v="100" actId="1076"/>
        <pc:sldMasterMkLst>
          <pc:docMk/>
          <pc:sldMasterMk cId="2265668805" sldId="2147484048"/>
        </pc:sldMasterMkLst>
        <pc:spChg chg="add mod">
          <ac:chgData name="Yogesh Gupta" userId="ca23e961e49a94d0" providerId="LiveId" clId="{0104CF25-BE09-4EBC-94B7-B5F094C0C8A7}" dt="2021-02-24T19:16:51.568" v="100" actId="1076"/>
          <ac:spMkLst>
            <pc:docMk/>
            <pc:sldMasterMk cId="2265668805" sldId="2147484048"/>
            <ac:spMk id="10" creationId="{66D024B5-C6FA-44BF-91FD-86A7E895CC6D}"/>
          </ac:spMkLst>
        </pc:spChg>
        <pc:sldLayoutChg chg="del">
          <pc:chgData name="Yogesh Gupta" userId="ca23e961e49a94d0" providerId="LiveId" clId="{0104CF25-BE09-4EBC-94B7-B5F094C0C8A7}" dt="2021-02-24T19:10:50.476" v="32" actId="2696"/>
          <pc:sldLayoutMkLst>
            <pc:docMk/>
            <pc:sldMasterMk cId="2265668805" sldId="2147484048"/>
            <pc:sldLayoutMk cId="3506430589" sldId="2147484050"/>
          </pc:sldLayoutMkLst>
        </pc:sldLayoutChg>
        <pc:sldLayoutChg chg="del">
          <pc:chgData name="Yogesh Gupta" userId="ca23e961e49a94d0" providerId="LiveId" clId="{0104CF25-BE09-4EBC-94B7-B5F094C0C8A7}" dt="2021-02-24T19:10:41.366" v="31" actId="2696"/>
          <pc:sldLayoutMkLst>
            <pc:docMk/>
            <pc:sldMasterMk cId="2265668805" sldId="2147484048"/>
            <pc:sldLayoutMk cId="1625516254" sldId="2147484069"/>
          </pc:sldLayoutMkLst>
        </pc:sldLayoutChg>
      </pc:sldMasterChg>
    </pc:docChg>
  </pc:docChgLst>
  <pc:docChgLst>
    <pc:chgData name="Mangat Murmu" userId="S::mangat.murmu@hcl.com::7d6d1466-6f54-4507-8dd8-13595730730a" providerId="AD" clId="Web-{8B2B933C-5DA3-45CE-92F2-91AB2CA766A5}"/>
    <pc:docChg chg="addSld modSld">
      <pc:chgData name="Mangat Murmu" userId="S::mangat.murmu@hcl.com::7d6d1466-6f54-4507-8dd8-13595730730a" providerId="AD" clId="Web-{8B2B933C-5DA3-45CE-92F2-91AB2CA766A5}" dt="2022-04-06T11:32:51.423" v="78" actId="1076"/>
      <pc:docMkLst>
        <pc:docMk/>
      </pc:docMkLst>
      <pc:sldChg chg="addSp delSp modSp new">
        <pc:chgData name="Mangat Murmu" userId="S::mangat.murmu@hcl.com::7d6d1466-6f54-4507-8dd8-13595730730a" providerId="AD" clId="Web-{8B2B933C-5DA3-45CE-92F2-91AB2CA766A5}" dt="2022-04-06T11:29:40.889" v="53" actId="14100"/>
        <pc:sldMkLst>
          <pc:docMk/>
          <pc:sldMk cId="1912698731" sldId="3904"/>
        </pc:sldMkLst>
        <pc:spChg chg="mod">
          <ac:chgData name="Mangat Murmu" userId="S::mangat.murmu@hcl.com::7d6d1466-6f54-4507-8dd8-13595730730a" providerId="AD" clId="Web-{8B2B933C-5DA3-45CE-92F2-91AB2CA766A5}" dt="2022-04-06T11:25:38.605" v="30" actId="20577"/>
          <ac:spMkLst>
            <pc:docMk/>
            <pc:sldMk cId="1912698731" sldId="3904"/>
            <ac:spMk id="2" creationId="{55572179-8BED-0B90-A964-7D016594355C}"/>
          </ac:spMkLst>
        </pc:spChg>
        <pc:spChg chg="del">
          <ac:chgData name="Mangat Murmu" userId="S::mangat.murmu@hcl.com::7d6d1466-6f54-4507-8dd8-13595730730a" providerId="AD" clId="Web-{8B2B933C-5DA3-45CE-92F2-91AB2CA766A5}" dt="2022-04-06T11:24:44.932" v="1"/>
          <ac:spMkLst>
            <pc:docMk/>
            <pc:sldMk cId="1912698731" sldId="3904"/>
            <ac:spMk id="3" creationId="{7C9D8339-D40C-7FBA-DBC3-418B3D8B581B}"/>
          </ac:spMkLst>
        </pc:spChg>
        <pc:picChg chg="add mod ord modCrop">
          <ac:chgData name="Mangat Murmu" userId="S::mangat.murmu@hcl.com::7d6d1466-6f54-4507-8dd8-13595730730a" providerId="AD" clId="Web-{8B2B933C-5DA3-45CE-92F2-91AB2CA766A5}" dt="2022-04-06T11:29:40.889" v="53" actId="14100"/>
          <ac:picMkLst>
            <pc:docMk/>
            <pc:sldMk cId="1912698731" sldId="3904"/>
            <ac:picMk id="4" creationId="{DA1423A9-49FA-61BC-45D7-8F3851AB3A82}"/>
          </ac:picMkLst>
        </pc:picChg>
      </pc:sldChg>
      <pc:sldChg chg="addSp delSp modSp new">
        <pc:chgData name="Mangat Murmu" userId="S::mangat.murmu@hcl.com::7d6d1466-6f54-4507-8dd8-13595730730a" providerId="AD" clId="Web-{8B2B933C-5DA3-45CE-92F2-91AB2CA766A5}" dt="2022-04-06T11:29:16.748" v="50" actId="14100"/>
        <pc:sldMkLst>
          <pc:docMk/>
          <pc:sldMk cId="2708948275" sldId="3905"/>
        </pc:sldMkLst>
        <pc:spChg chg="mod">
          <ac:chgData name="Mangat Murmu" userId="S::mangat.murmu@hcl.com::7d6d1466-6f54-4507-8dd8-13595730730a" providerId="AD" clId="Web-{8B2B933C-5DA3-45CE-92F2-91AB2CA766A5}" dt="2022-04-06T11:27:04.293" v="43" actId="20577"/>
          <ac:spMkLst>
            <pc:docMk/>
            <pc:sldMk cId="2708948275" sldId="3905"/>
            <ac:spMk id="2" creationId="{C7C5191E-E3CE-5DCC-03E5-9292347045E7}"/>
          </ac:spMkLst>
        </pc:spChg>
        <pc:spChg chg="del">
          <ac:chgData name="Mangat Murmu" userId="S::mangat.murmu@hcl.com::7d6d1466-6f54-4507-8dd8-13595730730a" providerId="AD" clId="Web-{8B2B933C-5DA3-45CE-92F2-91AB2CA766A5}" dt="2022-04-06T11:26:46.559" v="32"/>
          <ac:spMkLst>
            <pc:docMk/>
            <pc:sldMk cId="2708948275" sldId="3905"/>
            <ac:spMk id="3" creationId="{D53FC550-9D14-0039-AACA-967FD2562C9A}"/>
          </ac:spMkLst>
        </pc:spChg>
        <pc:picChg chg="add mod ord modCrop">
          <ac:chgData name="Mangat Murmu" userId="S::mangat.murmu@hcl.com::7d6d1466-6f54-4507-8dd8-13595730730a" providerId="AD" clId="Web-{8B2B933C-5DA3-45CE-92F2-91AB2CA766A5}" dt="2022-04-06T11:29:16.748" v="50" actId="14100"/>
          <ac:picMkLst>
            <pc:docMk/>
            <pc:sldMk cId="2708948275" sldId="3905"/>
            <ac:picMk id="4" creationId="{7D48CFA4-4B1E-DA35-B654-62BB48054F52}"/>
          </ac:picMkLst>
        </pc:picChg>
      </pc:sldChg>
      <pc:sldChg chg="addSp delSp modSp new">
        <pc:chgData name="Mangat Murmu" userId="S::mangat.murmu@hcl.com::7d6d1466-6f54-4507-8dd8-13595730730a" providerId="AD" clId="Web-{8B2B933C-5DA3-45CE-92F2-91AB2CA766A5}" dt="2022-04-06T11:32:51.423" v="78" actId="1076"/>
        <pc:sldMkLst>
          <pc:docMk/>
          <pc:sldMk cId="294410354" sldId="3906"/>
        </pc:sldMkLst>
        <pc:spChg chg="mod">
          <ac:chgData name="Mangat Murmu" userId="S::mangat.murmu@hcl.com::7d6d1466-6f54-4507-8dd8-13595730730a" providerId="AD" clId="Web-{8B2B933C-5DA3-45CE-92F2-91AB2CA766A5}" dt="2022-04-06T11:31:56.547" v="75" actId="20577"/>
          <ac:spMkLst>
            <pc:docMk/>
            <pc:sldMk cId="294410354" sldId="3906"/>
            <ac:spMk id="2" creationId="{C79B87F1-05F0-2445-3F3A-196C22CD3BE8}"/>
          </ac:spMkLst>
        </pc:spChg>
        <pc:spChg chg="del">
          <ac:chgData name="Mangat Murmu" userId="S::mangat.murmu@hcl.com::7d6d1466-6f54-4507-8dd8-13595730730a" providerId="AD" clId="Web-{8B2B933C-5DA3-45CE-92F2-91AB2CA766A5}" dt="2022-04-06T11:31:15.546" v="55"/>
          <ac:spMkLst>
            <pc:docMk/>
            <pc:sldMk cId="294410354" sldId="3906"/>
            <ac:spMk id="3" creationId="{2CF0B608-9996-EF71-B0F7-530830EEEAFB}"/>
          </ac:spMkLst>
        </pc:spChg>
        <pc:picChg chg="add mod ord">
          <ac:chgData name="Mangat Murmu" userId="S::mangat.murmu@hcl.com::7d6d1466-6f54-4507-8dd8-13595730730a" providerId="AD" clId="Web-{8B2B933C-5DA3-45CE-92F2-91AB2CA766A5}" dt="2022-04-06T11:32:51.423" v="78" actId="1076"/>
          <ac:picMkLst>
            <pc:docMk/>
            <pc:sldMk cId="294410354" sldId="3906"/>
            <ac:picMk id="4" creationId="{15706CC0-5C74-EED2-BE3D-97F9493DF7E6}"/>
          </ac:picMkLst>
        </pc:picChg>
      </pc:sldChg>
    </pc:docChg>
  </pc:docChgLst>
  <pc:docChgLst>
    <pc:chgData name="Prathameshwar Pratap Singh" userId="S::prathameshwar.singh@hcl.com::78b2f77e-5245-4560-8515-2bc1c5995777" providerId="AD" clId="Web-{DFA9E06A-833D-4FF8-A551-F7575A2C5686}"/>
    <pc:docChg chg="modSld sldOrd">
      <pc:chgData name="Prathameshwar Pratap Singh" userId="S::prathameshwar.singh@hcl.com::78b2f77e-5245-4560-8515-2bc1c5995777" providerId="AD" clId="Web-{DFA9E06A-833D-4FF8-A551-F7575A2C5686}" dt="2021-07-09T11:57:55.998" v="112" actId="20577"/>
      <pc:docMkLst>
        <pc:docMk/>
      </pc:docMkLst>
      <pc:sldChg chg="modSp">
        <pc:chgData name="Prathameshwar Pratap Singh" userId="S::prathameshwar.singh@hcl.com::78b2f77e-5245-4560-8515-2bc1c5995777" providerId="AD" clId="Web-{DFA9E06A-833D-4FF8-A551-F7575A2C5686}" dt="2021-07-09T11:57:55.998" v="112" actId="20577"/>
        <pc:sldMkLst>
          <pc:docMk/>
          <pc:sldMk cId="2600477719" sldId="3877"/>
        </pc:sldMkLst>
        <pc:spChg chg="mod">
          <ac:chgData name="Prathameshwar Pratap Singh" userId="S::prathameshwar.singh@hcl.com::78b2f77e-5245-4560-8515-2bc1c5995777" providerId="AD" clId="Web-{DFA9E06A-833D-4FF8-A551-F7575A2C5686}" dt="2021-07-09T11:57:55.998" v="112" actId="20577"/>
          <ac:spMkLst>
            <pc:docMk/>
            <pc:sldMk cId="2600477719" sldId="3877"/>
            <ac:spMk id="3" creationId="{9E123BE1-0234-44B3-8BBC-7F6FA5831E1D}"/>
          </ac:spMkLst>
        </pc:spChg>
      </pc:sldChg>
      <pc:sldChg chg="delSp modSp ord">
        <pc:chgData name="Prathameshwar Pratap Singh" userId="S::prathameshwar.singh@hcl.com::78b2f77e-5245-4560-8515-2bc1c5995777" providerId="AD" clId="Web-{DFA9E06A-833D-4FF8-A551-F7575A2C5686}" dt="2021-07-09T11:57:36.654" v="98"/>
        <pc:sldMkLst>
          <pc:docMk/>
          <pc:sldMk cId="2105970605" sldId="3887"/>
        </pc:sldMkLst>
        <pc:spChg chg="mod">
          <ac:chgData name="Prathameshwar Pratap Singh" userId="S::prathameshwar.singh@hcl.com::78b2f77e-5245-4560-8515-2bc1c5995777" providerId="AD" clId="Web-{DFA9E06A-833D-4FF8-A551-F7575A2C5686}" dt="2021-07-09T11:57:36.622" v="97" actId="20577"/>
          <ac:spMkLst>
            <pc:docMk/>
            <pc:sldMk cId="2105970605" sldId="3887"/>
            <ac:spMk id="3" creationId="{1E0650F3-010A-4058-9397-3A83DCBBAABB}"/>
          </ac:spMkLst>
        </pc:spChg>
        <pc:spChg chg="del mod">
          <ac:chgData name="Prathameshwar Pratap Singh" userId="S::prathameshwar.singh@hcl.com::78b2f77e-5245-4560-8515-2bc1c5995777" providerId="AD" clId="Web-{DFA9E06A-833D-4FF8-A551-F7575A2C5686}" dt="2021-07-09T11:57:09.168" v="92"/>
          <ac:spMkLst>
            <pc:docMk/>
            <pc:sldMk cId="2105970605" sldId="3887"/>
            <ac:spMk id="4" creationId="{85F03A64-FBC1-4E3D-81AE-115E58CA40C3}"/>
          </ac:spMkLst>
        </pc:spChg>
      </pc:sldChg>
      <pc:sldChg chg="modSp">
        <pc:chgData name="Prathameshwar Pratap Singh" userId="S::prathameshwar.singh@hcl.com::78b2f77e-5245-4560-8515-2bc1c5995777" providerId="AD" clId="Web-{DFA9E06A-833D-4FF8-A551-F7575A2C5686}" dt="2021-07-09T11:55:25.899" v="90" actId="20577"/>
        <pc:sldMkLst>
          <pc:docMk/>
          <pc:sldMk cId="2294197952" sldId="3893"/>
        </pc:sldMkLst>
        <pc:spChg chg="mod">
          <ac:chgData name="Prathameshwar Pratap Singh" userId="S::prathameshwar.singh@hcl.com::78b2f77e-5245-4560-8515-2bc1c5995777" providerId="AD" clId="Web-{DFA9E06A-833D-4FF8-A551-F7575A2C5686}" dt="2021-07-09T11:55:25.899" v="90" actId="20577"/>
          <ac:spMkLst>
            <pc:docMk/>
            <pc:sldMk cId="2294197952" sldId="3893"/>
            <ac:spMk id="2" creationId="{080594B8-6A6D-41B2-B1AA-4744CB3B6D1B}"/>
          </ac:spMkLst>
        </pc:spChg>
      </pc:sldChg>
    </pc:docChg>
  </pc:docChgLst>
  <pc:docChgLst>
    <pc:chgData name="Shrikant Nimbaragimath ." userId="S::shrikantnimba.s@hcl.com::84a2f070-e963-4fda-9970-13a403ef9bb9" providerId="AD" clId="Web-{D846BDE2-C7A5-4250-9CCE-94AC3046C0E3}"/>
    <pc:docChg chg="modSld">
      <pc:chgData name="Shrikant Nimbaragimath ." userId="S::shrikantnimba.s@hcl.com::84a2f070-e963-4fda-9970-13a403ef9bb9" providerId="AD" clId="Web-{D846BDE2-C7A5-4250-9CCE-94AC3046C0E3}" dt="2022-04-06T09:54:47.165" v="1"/>
      <pc:docMkLst>
        <pc:docMk/>
      </pc:docMkLst>
      <pc:sldChg chg="addSp delSp">
        <pc:chgData name="Shrikant Nimbaragimath ." userId="S::shrikantnimba.s@hcl.com::84a2f070-e963-4fda-9970-13a403ef9bb9" providerId="AD" clId="Web-{D846BDE2-C7A5-4250-9CCE-94AC3046C0E3}" dt="2022-04-06T09:54:47.165" v="1"/>
        <pc:sldMkLst>
          <pc:docMk/>
          <pc:sldMk cId="1920744142" sldId="3902"/>
        </pc:sldMkLst>
        <pc:spChg chg="add del">
          <ac:chgData name="Shrikant Nimbaragimath ." userId="S::shrikantnimba.s@hcl.com::84a2f070-e963-4fda-9970-13a403ef9bb9" providerId="AD" clId="Web-{D846BDE2-C7A5-4250-9CCE-94AC3046C0E3}" dt="2022-04-06T09:54:47.165" v="1"/>
          <ac:spMkLst>
            <pc:docMk/>
            <pc:sldMk cId="1920744142" sldId="3902"/>
            <ac:spMk id="5" creationId="{AD19E6FA-95B8-05EC-5150-5B4DAF1A9F0A}"/>
          </ac:spMkLst>
        </pc:spChg>
      </pc:sldChg>
    </pc:docChg>
  </pc:docChgLst>
  <pc:docChgLst>
    <pc:chgData name="Yogesh Gupta" userId="ca23e961e49a94d0" providerId="LiveId" clId="{E65BD4B0-F123-4786-8E44-95BB2ED8877E}"/>
    <pc:docChg chg="undo custSel addSld delSld modSld">
      <pc:chgData name="Yogesh Gupta" userId="ca23e961e49a94d0" providerId="LiveId" clId="{E65BD4B0-F123-4786-8E44-95BB2ED8877E}" dt="2021-03-10T04:58:03.422" v="245" actId="554"/>
      <pc:docMkLst>
        <pc:docMk/>
      </pc:docMkLst>
      <pc:sldChg chg="modSp mod">
        <pc:chgData name="Yogesh Gupta" userId="ca23e961e49a94d0" providerId="LiveId" clId="{E65BD4B0-F123-4786-8E44-95BB2ED8877E}" dt="2021-02-24T19:26:29.623" v="59" actId="1038"/>
        <pc:sldMkLst>
          <pc:docMk/>
          <pc:sldMk cId="1011475303" sldId="265"/>
        </pc:sldMkLst>
        <pc:spChg chg="mod">
          <ac:chgData name="Yogesh Gupta" userId="ca23e961e49a94d0" providerId="LiveId" clId="{E65BD4B0-F123-4786-8E44-95BB2ED8877E}" dt="2021-02-24T19:26:22.016" v="49" actId="20577"/>
          <ac:spMkLst>
            <pc:docMk/>
            <pc:sldMk cId="1011475303" sldId="265"/>
            <ac:spMk id="27" creationId="{E1AD8FCC-F944-41B0-9432-85236795AB99}"/>
          </ac:spMkLst>
        </pc:spChg>
        <pc:picChg chg="mod">
          <ac:chgData name="Yogesh Gupta" userId="ca23e961e49a94d0" providerId="LiveId" clId="{E65BD4B0-F123-4786-8E44-95BB2ED8877E}" dt="2021-02-24T19:26:29.623" v="59" actId="1038"/>
          <ac:picMkLst>
            <pc:docMk/>
            <pc:sldMk cId="1011475303" sldId="265"/>
            <ac:picMk id="6" creationId="{4F3BEFE9-AB6F-43B2-9596-8E1A67BDC8DF}"/>
          </ac:picMkLst>
        </pc:picChg>
      </pc:sldChg>
      <pc:sldChg chg="delSp modSp mod">
        <pc:chgData name="Yogesh Gupta" userId="ca23e961e49a94d0" providerId="LiveId" clId="{E65BD4B0-F123-4786-8E44-95BB2ED8877E}" dt="2021-03-10T04:58:03.422" v="245" actId="554"/>
        <pc:sldMkLst>
          <pc:docMk/>
          <pc:sldMk cId="3111293434" sldId="3875"/>
        </pc:sldMkLst>
        <pc:spChg chg="mod">
          <ac:chgData name="Yogesh Gupta" userId="ca23e961e49a94d0" providerId="LiveId" clId="{E65BD4B0-F123-4786-8E44-95BB2ED8877E}" dt="2021-03-10T04:58:03.422" v="245" actId="554"/>
          <ac:spMkLst>
            <pc:docMk/>
            <pc:sldMk cId="3111293434" sldId="3875"/>
            <ac:spMk id="5" creationId="{9529280C-0663-48F8-BEE2-4F3F698A7064}"/>
          </ac:spMkLst>
        </pc:spChg>
        <pc:spChg chg="del mod">
          <ac:chgData name="Yogesh Gupta" userId="ca23e961e49a94d0" providerId="LiveId" clId="{E65BD4B0-F123-4786-8E44-95BB2ED8877E}" dt="2021-03-10T04:53:58.399" v="70" actId="478"/>
          <ac:spMkLst>
            <pc:docMk/>
            <pc:sldMk cId="3111293434" sldId="3875"/>
            <ac:spMk id="77" creationId="{98C3592C-7E5B-4EB2-BF12-98ED98A1FA54}"/>
          </ac:spMkLst>
        </pc:spChg>
        <pc:spChg chg="mod">
          <ac:chgData name="Yogesh Gupta" userId="ca23e961e49a94d0" providerId="LiveId" clId="{E65BD4B0-F123-4786-8E44-95BB2ED8877E}" dt="2021-03-10T04:57:46.169" v="242" actId="554"/>
          <ac:spMkLst>
            <pc:docMk/>
            <pc:sldMk cId="3111293434" sldId="3875"/>
            <ac:spMk id="78" creationId="{3BB43F11-B723-4A05-A401-4AB05693EE8C}"/>
          </ac:spMkLst>
        </pc:spChg>
        <pc:spChg chg="mod">
          <ac:chgData name="Yogesh Gupta" userId="ca23e961e49a94d0" providerId="LiveId" clId="{E65BD4B0-F123-4786-8E44-95BB2ED8877E}" dt="2021-03-10T04:58:03.422" v="245" actId="554"/>
          <ac:spMkLst>
            <pc:docMk/>
            <pc:sldMk cId="3111293434" sldId="3875"/>
            <ac:spMk id="79" creationId="{D4ABB5B0-7168-4ACF-A2CD-89E39EE49192}"/>
          </ac:spMkLst>
        </pc:spChg>
        <pc:spChg chg="mod">
          <ac:chgData name="Yogesh Gupta" userId="ca23e961e49a94d0" providerId="LiveId" clId="{E65BD4B0-F123-4786-8E44-95BB2ED8877E}" dt="2021-03-10T04:58:03.422" v="245" actId="554"/>
          <ac:spMkLst>
            <pc:docMk/>
            <pc:sldMk cId="3111293434" sldId="3875"/>
            <ac:spMk id="82" creationId="{519D4C8F-7ABD-4A8A-B7D4-256E290066E4}"/>
          </ac:spMkLst>
        </pc:spChg>
        <pc:spChg chg="mod">
          <ac:chgData name="Yogesh Gupta" userId="ca23e961e49a94d0" providerId="LiveId" clId="{E65BD4B0-F123-4786-8E44-95BB2ED8877E}" dt="2021-03-10T04:58:03.422" v="245" actId="554"/>
          <ac:spMkLst>
            <pc:docMk/>
            <pc:sldMk cId="3111293434" sldId="3875"/>
            <ac:spMk id="83" creationId="{E2924074-40DF-4750-8856-2029A6127963}"/>
          </ac:spMkLst>
        </pc:spChg>
        <pc:spChg chg="del">
          <ac:chgData name="Yogesh Gupta" userId="ca23e961e49a94d0" providerId="LiveId" clId="{E65BD4B0-F123-4786-8E44-95BB2ED8877E}" dt="2021-03-10T04:54:02.907" v="71" actId="478"/>
          <ac:spMkLst>
            <pc:docMk/>
            <pc:sldMk cId="3111293434" sldId="3875"/>
            <ac:spMk id="90" creationId="{E208408D-1E3A-40CF-BB2E-6BF5583E597E}"/>
          </ac:spMkLst>
        </pc:spChg>
        <pc:spChg chg="del">
          <ac:chgData name="Yogesh Gupta" userId="ca23e961e49a94d0" providerId="LiveId" clId="{E65BD4B0-F123-4786-8E44-95BB2ED8877E}" dt="2021-03-10T04:54:02.907" v="71" actId="478"/>
          <ac:spMkLst>
            <pc:docMk/>
            <pc:sldMk cId="3111293434" sldId="3875"/>
            <ac:spMk id="91" creationId="{BCECB8ED-3A1B-4755-8F56-8598CF1DD70C}"/>
          </ac:spMkLst>
        </pc:spChg>
        <pc:spChg chg="del">
          <ac:chgData name="Yogesh Gupta" userId="ca23e961e49a94d0" providerId="LiveId" clId="{E65BD4B0-F123-4786-8E44-95BB2ED8877E}" dt="2021-03-10T04:54:02.907" v="71" actId="478"/>
          <ac:spMkLst>
            <pc:docMk/>
            <pc:sldMk cId="3111293434" sldId="3875"/>
            <ac:spMk id="92" creationId="{4EB72D5B-E791-4C27-BD07-FCFD3B9AFE55}"/>
          </ac:spMkLst>
        </pc:spChg>
        <pc:spChg chg="mod">
          <ac:chgData name="Yogesh Gupta" userId="ca23e961e49a94d0" providerId="LiveId" clId="{E65BD4B0-F123-4786-8E44-95BB2ED8877E}" dt="2021-03-10T04:57:46.169" v="242" actId="554"/>
          <ac:spMkLst>
            <pc:docMk/>
            <pc:sldMk cId="3111293434" sldId="3875"/>
            <ac:spMk id="93" creationId="{627CF7EB-B098-476A-9195-5D8F61F3501B}"/>
          </ac:spMkLst>
        </pc:spChg>
        <pc:spChg chg="mod">
          <ac:chgData name="Yogesh Gupta" userId="ca23e961e49a94d0" providerId="LiveId" clId="{E65BD4B0-F123-4786-8E44-95BB2ED8877E}" dt="2021-03-10T04:57:46.169" v="242" actId="554"/>
          <ac:spMkLst>
            <pc:docMk/>
            <pc:sldMk cId="3111293434" sldId="3875"/>
            <ac:spMk id="94" creationId="{44B49550-5523-4A10-AE1D-22474E0AD1F0}"/>
          </ac:spMkLst>
        </pc:spChg>
        <pc:spChg chg="mod">
          <ac:chgData name="Yogesh Gupta" userId="ca23e961e49a94d0" providerId="LiveId" clId="{E65BD4B0-F123-4786-8E44-95BB2ED8877E}" dt="2021-03-10T04:57:46.169" v="242" actId="554"/>
          <ac:spMkLst>
            <pc:docMk/>
            <pc:sldMk cId="3111293434" sldId="3875"/>
            <ac:spMk id="95" creationId="{6A77610E-A70E-45C7-ADFA-AA16858D8997}"/>
          </ac:spMkLst>
        </pc:spChg>
        <pc:picChg chg="mod">
          <ac:chgData name="Yogesh Gupta" userId="ca23e961e49a94d0" providerId="LiveId" clId="{E65BD4B0-F123-4786-8E44-95BB2ED8877E}" dt="2021-03-10T04:54:51.284" v="178" actId="14100"/>
          <ac:picMkLst>
            <pc:docMk/>
            <pc:sldMk cId="3111293434" sldId="3875"/>
            <ac:picMk id="12" creationId="{820D0D72-D1A8-4CBE-9B8C-312C41E303EF}"/>
          </ac:picMkLst>
        </pc:picChg>
        <pc:picChg chg="del">
          <ac:chgData name="Yogesh Gupta" userId="ca23e961e49a94d0" providerId="LiveId" clId="{E65BD4B0-F123-4786-8E44-95BB2ED8877E}" dt="2021-03-10T04:54:05.644" v="72" actId="478"/>
          <ac:picMkLst>
            <pc:docMk/>
            <pc:sldMk cId="3111293434" sldId="3875"/>
            <ac:picMk id="17" creationId="{5C5BDB27-7479-4233-A842-2247BB894C62}"/>
          </ac:picMkLst>
        </pc:picChg>
        <pc:picChg chg="mod">
          <ac:chgData name="Yogesh Gupta" userId="ca23e961e49a94d0" providerId="LiveId" clId="{E65BD4B0-F123-4786-8E44-95BB2ED8877E}" dt="2021-03-10T04:57:30.302" v="241" actId="14100"/>
          <ac:picMkLst>
            <pc:docMk/>
            <pc:sldMk cId="3111293434" sldId="3875"/>
            <ac:picMk id="20" creationId="{269D8BE9-1CFD-4B5A-9DE7-81725C2D5633}"/>
          </ac:picMkLst>
        </pc:picChg>
      </pc:sldChg>
      <pc:sldChg chg="modSp mod">
        <pc:chgData name="Yogesh Gupta" userId="ca23e961e49a94d0" providerId="LiveId" clId="{E65BD4B0-F123-4786-8E44-95BB2ED8877E}" dt="2021-02-24T19:27:33.527" v="66" actId="20577"/>
        <pc:sldMkLst>
          <pc:docMk/>
          <pc:sldMk cId="1796450729" sldId="3876"/>
        </pc:sldMkLst>
        <pc:spChg chg="mod">
          <ac:chgData name="Yogesh Gupta" userId="ca23e961e49a94d0" providerId="LiveId" clId="{E65BD4B0-F123-4786-8E44-95BB2ED8877E}" dt="2021-02-24T19:27:33.527" v="66" actId="20577"/>
          <ac:spMkLst>
            <pc:docMk/>
            <pc:sldMk cId="1796450729" sldId="3876"/>
            <ac:spMk id="10" creationId="{3F9AD094-DFA5-4F20-AA58-70EB6F65531B}"/>
          </ac:spMkLst>
        </pc:spChg>
      </pc:sldChg>
      <pc:sldChg chg="new del">
        <pc:chgData name="Yogesh Gupta" userId="ca23e961e49a94d0" providerId="LiveId" clId="{E65BD4B0-F123-4786-8E44-95BB2ED8877E}" dt="2021-02-24T19:31:04.016" v="68" actId="47"/>
        <pc:sldMkLst>
          <pc:docMk/>
          <pc:sldMk cId="3883361815" sldId="3877"/>
        </pc:sldMkLst>
      </pc:sldChg>
    </pc:docChg>
  </pc:docChgLst>
  <pc:docChgLst>
    <pc:chgData name="Yogesh Gupta" userId="ca23e961e49a94d0" providerId="LiveId" clId="{9B905A08-7681-48D4-94A5-7E21AC9894D2}"/>
    <pc:docChg chg="undo custSel modSld">
      <pc:chgData name="Yogesh Gupta" userId="ca23e961e49a94d0" providerId="LiveId" clId="{9B905A08-7681-48D4-94A5-7E21AC9894D2}" dt="2021-02-24T19:09:05.481" v="151" actId="20577"/>
      <pc:docMkLst>
        <pc:docMk/>
      </pc:docMkLst>
      <pc:sldChg chg="addSp modSp mod">
        <pc:chgData name="Yogesh Gupta" userId="ca23e961e49a94d0" providerId="LiveId" clId="{9B905A08-7681-48D4-94A5-7E21AC9894D2}" dt="2021-02-24T19:09:05.481" v="151" actId="20577"/>
        <pc:sldMkLst>
          <pc:docMk/>
          <pc:sldMk cId="1011475303" sldId="265"/>
        </pc:sldMkLst>
        <pc:spChg chg="mod">
          <ac:chgData name="Yogesh Gupta" userId="ca23e961e49a94d0" providerId="LiveId" clId="{9B905A08-7681-48D4-94A5-7E21AC9894D2}" dt="2021-02-24T19:09:05.481" v="151" actId="20577"/>
          <ac:spMkLst>
            <pc:docMk/>
            <pc:sldMk cId="1011475303" sldId="265"/>
            <ac:spMk id="27" creationId="{E1AD8FCC-F944-41B0-9432-85236795AB99}"/>
          </ac:spMkLst>
        </pc:spChg>
        <pc:picChg chg="add mod">
          <ac:chgData name="Yogesh Gupta" userId="ca23e961e49a94d0" providerId="LiveId" clId="{9B905A08-7681-48D4-94A5-7E21AC9894D2}" dt="2021-02-24T18:59:59.145" v="89" actId="1076"/>
          <ac:picMkLst>
            <pc:docMk/>
            <pc:sldMk cId="1011475303" sldId="265"/>
            <ac:picMk id="6" creationId="{4F3BEFE9-AB6F-43B2-9596-8E1A67BDC8DF}"/>
          </ac:picMkLst>
        </pc:picChg>
      </pc:sldChg>
      <pc:sldChg chg="modSp mod">
        <pc:chgData name="Yogesh Gupta" userId="ca23e961e49a94d0" providerId="LiveId" clId="{9B905A08-7681-48D4-94A5-7E21AC9894D2}" dt="2021-02-24T19:02:06.174" v="122" actId="1038"/>
        <pc:sldMkLst>
          <pc:docMk/>
          <pc:sldMk cId="15315283" sldId="3870"/>
        </pc:sldMkLst>
        <pc:picChg chg="mod">
          <ac:chgData name="Yogesh Gupta" userId="ca23e961e49a94d0" providerId="LiveId" clId="{9B905A08-7681-48D4-94A5-7E21AC9894D2}" dt="2021-02-24T19:02:06.174" v="122" actId="1038"/>
          <ac:picMkLst>
            <pc:docMk/>
            <pc:sldMk cId="15315283" sldId="3870"/>
            <ac:picMk id="63" creationId="{CC745247-A6CD-4CBA-8307-D0C55D83E8A6}"/>
          </ac:picMkLst>
        </pc:picChg>
      </pc:sldChg>
      <pc:sldChg chg="addSp delSp modSp mod">
        <pc:chgData name="Yogesh Gupta" userId="ca23e961e49a94d0" providerId="LiveId" clId="{9B905A08-7681-48D4-94A5-7E21AC9894D2}" dt="2021-02-24T19:02:48.706" v="129" actId="255"/>
        <pc:sldMkLst>
          <pc:docMk/>
          <pc:sldMk cId="411903498" sldId="3872"/>
        </pc:sldMkLst>
        <pc:spChg chg="mod">
          <ac:chgData name="Yogesh Gupta" userId="ca23e961e49a94d0" providerId="LiveId" clId="{9B905A08-7681-48D4-94A5-7E21AC9894D2}" dt="2021-02-24T19:02:48.706" v="129" actId="255"/>
          <ac:spMkLst>
            <pc:docMk/>
            <pc:sldMk cId="411903498" sldId="3872"/>
            <ac:spMk id="8" creationId="{4F9DE7A2-8B40-425B-8BF4-DF82AD1EA3AD}"/>
          </ac:spMkLst>
        </pc:spChg>
        <pc:spChg chg="mod">
          <ac:chgData name="Yogesh Gupta" userId="ca23e961e49a94d0" providerId="LiveId" clId="{9B905A08-7681-48D4-94A5-7E21AC9894D2}" dt="2021-02-24T19:01:29.308" v="106" actId="21"/>
          <ac:spMkLst>
            <pc:docMk/>
            <pc:sldMk cId="411903498" sldId="3872"/>
            <ac:spMk id="98" creationId="{74D3B4D9-8764-4953-9C47-6940679E1E3D}"/>
          </ac:spMkLst>
        </pc:spChg>
        <pc:spChg chg="mod">
          <ac:chgData name="Yogesh Gupta" userId="ca23e961e49a94d0" providerId="LiveId" clId="{9B905A08-7681-48D4-94A5-7E21AC9894D2}" dt="2021-02-24T19:01:44.385" v="110" actId="20577"/>
          <ac:spMkLst>
            <pc:docMk/>
            <pc:sldMk cId="411903498" sldId="3872"/>
            <ac:spMk id="101" creationId="{34931353-653B-4791-AAA0-C89EAA2FDC46}"/>
          </ac:spMkLst>
        </pc:spChg>
        <pc:spChg chg="mod">
          <ac:chgData name="Yogesh Gupta" userId="ca23e961e49a94d0" providerId="LiveId" clId="{9B905A08-7681-48D4-94A5-7E21AC9894D2}" dt="2021-02-24T19:00:48.093" v="91" actId="20577"/>
          <ac:spMkLst>
            <pc:docMk/>
            <pc:sldMk cId="411903498" sldId="3872"/>
            <ac:spMk id="104" creationId="{3D6CA75A-77FF-48C1-A86E-F3BEE5E5973E}"/>
          </ac:spMkLst>
        </pc:spChg>
        <pc:spChg chg="mod">
          <ac:chgData name="Yogesh Gupta" userId="ca23e961e49a94d0" providerId="LiveId" clId="{9B905A08-7681-48D4-94A5-7E21AC9894D2}" dt="2021-02-24T19:01:47.374" v="112" actId="1076"/>
          <ac:spMkLst>
            <pc:docMk/>
            <pc:sldMk cId="411903498" sldId="3872"/>
            <ac:spMk id="106" creationId="{C64856F2-3BB5-4A38-9645-C93C56A66F62}"/>
          </ac:spMkLst>
        </pc:spChg>
        <pc:spChg chg="add del">
          <ac:chgData name="Yogesh Gupta" userId="ca23e961e49a94d0" providerId="LiveId" clId="{9B905A08-7681-48D4-94A5-7E21AC9894D2}" dt="2021-02-24T19:01:32.790" v="108" actId="22"/>
          <ac:spMkLst>
            <pc:docMk/>
            <pc:sldMk cId="411903498" sldId="3872"/>
            <ac:spMk id="152" creationId="{1907DD53-5C60-401E-A66A-217EE14C4B10}"/>
          </ac:spMkLst>
        </pc:spChg>
        <pc:picChg chg="mod">
          <ac:chgData name="Yogesh Gupta" userId="ca23e961e49a94d0" providerId="LiveId" clId="{9B905A08-7681-48D4-94A5-7E21AC9894D2}" dt="2021-02-24T19:01:57.945" v="118" actId="14100"/>
          <ac:picMkLst>
            <pc:docMk/>
            <pc:sldMk cId="411903498" sldId="3872"/>
            <ac:picMk id="154" creationId="{FA3DA519-A785-45E2-9CF2-7F141BE98416}"/>
          </ac:picMkLst>
        </pc:picChg>
      </pc:sldChg>
      <pc:sldChg chg="modSp mod">
        <pc:chgData name="Yogesh Gupta" userId="ca23e961e49a94d0" providerId="LiveId" clId="{9B905A08-7681-48D4-94A5-7E21AC9894D2}" dt="2021-02-24T19:03:36.169" v="137" actId="20577"/>
        <pc:sldMkLst>
          <pc:docMk/>
          <pc:sldMk cId="931778998" sldId="3873"/>
        </pc:sldMkLst>
        <pc:spChg chg="mod">
          <ac:chgData name="Yogesh Gupta" userId="ca23e961e49a94d0" providerId="LiveId" clId="{9B905A08-7681-48D4-94A5-7E21AC9894D2}" dt="2021-02-24T19:03:36.169" v="137" actId="20577"/>
          <ac:spMkLst>
            <pc:docMk/>
            <pc:sldMk cId="931778998" sldId="3873"/>
            <ac:spMk id="8" creationId="{4F9DE7A2-8B40-425B-8BF4-DF82AD1EA3AD}"/>
          </ac:spMkLst>
        </pc:spChg>
        <pc:picChg chg="mod">
          <ac:chgData name="Yogesh Gupta" userId="ca23e961e49a94d0" providerId="LiveId" clId="{9B905A08-7681-48D4-94A5-7E21AC9894D2}" dt="2021-02-24T19:02:12.824" v="124" actId="14100"/>
          <ac:picMkLst>
            <pc:docMk/>
            <pc:sldMk cId="931778998" sldId="3873"/>
            <ac:picMk id="26" creationId="{54D12F31-9BC8-4B59-B7A8-63AEEBA781E4}"/>
          </ac:picMkLst>
        </pc:picChg>
      </pc:sldChg>
      <pc:sldChg chg="delSp modSp mod">
        <pc:chgData name="Yogesh Gupta" userId="ca23e961e49a94d0" providerId="LiveId" clId="{9B905A08-7681-48D4-94A5-7E21AC9894D2}" dt="2021-02-24T19:02:29.645" v="128" actId="1076"/>
        <pc:sldMkLst>
          <pc:docMk/>
          <pc:sldMk cId="3111293434" sldId="3875"/>
        </pc:sldMkLst>
        <pc:spChg chg="mod">
          <ac:chgData name="Yogesh Gupta" userId="ca23e961e49a94d0" providerId="LiveId" clId="{9B905A08-7681-48D4-94A5-7E21AC9894D2}" dt="2021-02-24T19:02:29.645" v="128" actId="1076"/>
          <ac:spMkLst>
            <pc:docMk/>
            <pc:sldMk cId="3111293434" sldId="3875"/>
            <ac:spMk id="8" creationId="{4F9DE7A2-8B40-425B-8BF4-DF82AD1EA3AD}"/>
          </ac:spMkLst>
        </pc:spChg>
        <pc:picChg chg="mod">
          <ac:chgData name="Yogesh Gupta" userId="ca23e961e49a94d0" providerId="LiveId" clId="{9B905A08-7681-48D4-94A5-7E21AC9894D2}" dt="2021-02-24T19:02:22.502" v="127" actId="1076"/>
          <ac:picMkLst>
            <pc:docMk/>
            <pc:sldMk cId="3111293434" sldId="3875"/>
            <ac:picMk id="9" creationId="{242D9B9A-E1E5-41D9-810A-5EF039DAF0BE}"/>
          </ac:picMkLst>
        </pc:picChg>
        <pc:picChg chg="del">
          <ac:chgData name="Yogesh Gupta" userId="ca23e961e49a94d0" providerId="LiveId" clId="{9B905A08-7681-48D4-94A5-7E21AC9894D2}" dt="2021-02-24T19:02:18.876" v="125" actId="478"/>
          <ac:picMkLst>
            <pc:docMk/>
            <pc:sldMk cId="3111293434" sldId="3875"/>
            <ac:picMk id="22" creationId="{07B5CB88-8C79-4658-9C3D-D6359EAE61C9}"/>
          </ac:picMkLst>
        </pc:picChg>
      </pc:sldChg>
      <pc:sldChg chg="modSp mod">
        <pc:chgData name="Yogesh Gupta" userId="ca23e961e49a94d0" providerId="LiveId" clId="{9B905A08-7681-48D4-94A5-7E21AC9894D2}" dt="2021-02-24T18:58:46.928" v="74" actId="1037"/>
        <pc:sldMkLst>
          <pc:docMk/>
          <pc:sldMk cId="1796450729" sldId="3876"/>
        </pc:sldMkLst>
        <pc:spChg chg="mod">
          <ac:chgData name="Yogesh Gupta" userId="ca23e961e49a94d0" providerId="LiveId" clId="{9B905A08-7681-48D4-94A5-7E21AC9894D2}" dt="2021-02-24T18:58:46.928" v="74" actId="1037"/>
          <ac:spMkLst>
            <pc:docMk/>
            <pc:sldMk cId="1796450729" sldId="3876"/>
            <ac:spMk id="11" creationId="{634E3076-B6DE-449B-8895-465126ADCA60}"/>
          </ac:spMkLst>
        </pc:spChg>
      </pc:sldChg>
    </pc:docChg>
  </pc:docChgLst>
  <pc:docChgLst>
    <pc:chgData name="Mangat Murmu" userId="S::mangat.murmu@hcl.com::7d6d1466-6f54-4507-8dd8-13595730730a" providerId="AD" clId="Web-{F5C0ACA2-C4A4-4AFE-9723-7251A4DBD409}"/>
    <pc:docChg chg="addSld modSld">
      <pc:chgData name="Mangat Murmu" userId="S::mangat.murmu@hcl.com::7d6d1466-6f54-4507-8dd8-13595730730a" providerId="AD" clId="Web-{F5C0ACA2-C4A4-4AFE-9723-7251A4DBD409}" dt="2022-04-06T09:41:53.764" v="362" actId="20577"/>
      <pc:docMkLst>
        <pc:docMk/>
      </pc:docMkLst>
      <pc:sldChg chg="modSp new">
        <pc:chgData name="Mangat Murmu" userId="S::mangat.murmu@hcl.com::7d6d1466-6f54-4507-8dd8-13595730730a" providerId="AD" clId="Web-{F5C0ACA2-C4A4-4AFE-9723-7251A4DBD409}" dt="2022-04-06T09:41:53.764" v="362" actId="20577"/>
        <pc:sldMkLst>
          <pc:docMk/>
          <pc:sldMk cId="1920744142" sldId="3902"/>
        </pc:sldMkLst>
        <pc:spChg chg="mod">
          <ac:chgData name="Mangat Murmu" userId="S::mangat.murmu@hcl.com::7d6d1466-6f54-4507-8dd8-13595730730a" providerId="AD" clId="Web-{F5C0ACA2-C4A4-4AFE-9723-7251A4DBD409}" dt="2022-04-06T09:09:30.289" v="34" actId="20577"/>
          <ac:spMkLst>
            <pc:docMk/>
            <pc:sldMk cId="1920744142" sldId="3902"/>
            <ac:spMk id="2" creationId="{CD4831D8-EB59-97D4-8AF8-EA0F37D5904B}"/>
          </ac:spMkLst>
        </pc:spChg>
        <pc:spChg chg="mod">
          <ac:chgData name="Mangat Murmu" userId="S::mangat.murmu@hcl.com::7d6d1466-6f54-4507-8dd8-13595730730a" providerId="AD" clId="Web-{F5C0ACA2-C4A4-4AFE-9723-7251A4DBD409}" dt="2022-04-06T09:41:53.764" v="362" actId="20577"/>
          <ac:spMkLst>
            <pc:docMk/>
            <pc:sldMk cId="1920744142" sldId="3902"/>
            <ac:spMk id="3" creationId="{53B6B1D2-E297-CEF3-3209-86FFF82D0C9A}"/>
          </ac:spMkLst>
        </pc:spChg>
      </pc:sldChg>
    </pc:docChg>
  </pc:docChgLst>
  <pc:docChgLst>
    <pc:chgData name="Dinesh Babu Ramakrishnan - ERS, HCL Tech" userId="S::dineshbr@hcl.com::a33ad2d0-b187-441d-ab58-ab22d0dcbfa0" providerId="AD" clId="Web-{A190937A-EFB8-4AE0-8947-8E87E8351813}"/>
    <pc:docChg chg="modSld">
      <pc:chgData name="Dinesh Babu Ramakrishnan - ERS, HCL Tech" userId="S::dineshbr@hcl.com::a33ad2d0-b187-441d-ab58-ab22d0dcbfa0" providerId="AD" clId="Web-{A190937A-EFB8-4AE0-8947-8E87E8351813}" dt="2021-07-09T10:33:18.532" v="48" actId="20577"/>
      <pc:docMkLst>
        <pc:docMk/>
      </pc:docMkLst>
      <pc:sldChg chg="modSp">
        <pc:chgData name="Dinesh Babu Ramakrishnan - ERS, HCL Tech" userId="S::dineshbr@hcl.com::a33ad2d0-b187-441d-ab58-ab22d0dcbfa0" providerId="AD" clId="Web-{A190937A-EFB8-4AE0-8947-8E87E8351813}" dt="2021-07-09T10:29:22.121" v="6" actId="20577"/>
        <pc:sldMkLst>
          <pc:docMk/>
          <pc:sldMk cId="2600477719" sldId="3877"/>
        </pc:sldMkLst>
        <pc:spChg chg="mod">
          <ac:chgData name="Dinesh Babu Ramakrishnan - ERS, HCL Tech" userId="S::dineshbr@hcl.com::a33ad2d0-b187-441d-ab58-ab22d0dcbfa0" providerId="AD" clId="Web-{A190937A-EFB8-4AE0-8947-8E87E8351813}" dt="2021-07-09T10:29:22.121" v="6" actId="20577"/>
          <ac:spMkLst>
            <pc:docMk/>
            <pc:sldMk cId="2600477719" sldId="3877"/>
            <ac:spMk id="3" creationId="{9E123BE1-0234-44B3-8BBC-7F6FA5831E1D}"/>
          </ac:spMkLst>
        </pc:spChg>
      </pc:sldChg>
      <pc:sldChg chg="modSp">
        <pc:chgData name="Dinesh Babu Ramakrishnan - ERS, HCL Tech" userId="S::dineshbr@hcl.com::a33ad2d0-b187-441d-ab58-ab22d0dcbfa0" providerId="AD" clId="Web-{A190937A-EFB8-4AE0-8947-8E87E8351813}" dt="2021-07-09T10:33:18.532" v="48" actId="20577"/>
        <pc:sldMkLst>
          <pc:docMk/>
          <pc:sldMk cId="2294197952" sldId="3893"/>
        </pc:sldMkLst>
        <pc:spChg chg="mod">
          <ac:chgData name="Dinesh Babu Ramakrishnan - ERS, HCL Tech" userId="S::dineshbr@hcl.com::a33ad2d0-b187-441d-ab58-ab22d0dcbfa0" providerId="AD" clId="Web-{A190937A-EFB8-4AE0-8947-8E87E8351813}" dt="2021-07-09T10:33:18.532" v="48" actId="20577"/>
          <ac:spMkLst>
            <pc:docMk/>
            <pc:sldMk cId="2294197952" sldId="3893"/>
            <ac:spMk id="2" creationId="{080594B8-6A6D-41B2-B1AA-4744CB3B6D1B}"/>
          </ac:spMkLst>
        </pc:spChg>
      </pc:sldChg>
    </pc:docChg>
  </pc:docChgLst>
  <pc:docChgLst>
    <pc:chgData name="Yogesh Gupta" userId="ca23e961e49a94d0" providerId="LiveId" clId="{8D451D89-DBB1-4F33-B489-02E290A85E0D}"/>
    <pc:docChg chg="undo redo custSel addSld delSld modSld sldOrd">
      <pc:chgData name="Yogesh Gupta" userId="ca23e961e49a94d0" providerId="LiveId" clId="{8D451D89-DBB1-4F33-B489-02E290A85E0D}" dt="2021-03-18T13:06:48.192" v="1035" actId="47"/>
      <pc:docMkLst>
        <pc:docMk/>
      </pc:docMkLst>
      <pc:sldChg chg="addSp modSp mod">
        <pc:chgData name="Yogesh Gupta" userId="ca23e961e49a94d0" providerId="LiveId" clId="{8D451D89-DBB1-4F33-B489-02E290A85E0D}" dt="2021-03-18T07:05:13.455" v="1013" actId="693"/>
        <pc:sldMkLst>
          <pc:docMk/>
          <pc:sldMk cId="15315283" sldId="3870"/>
        </pc:sldMkLst>
        <pc:spChg chg="mod">
          <ac:chgData name="Yogesh Gupta" userId="ca23e961e49a94d0" providerId="LiveId" clId="{8D451D89-DBB1-4F33-B489-02E290A85E0D}" dt="2021-03-18T07:04:35.762" v="1009" actId="20577"/>
          <ac:spMkLst>
            <pc:docMk/>
            <pc:sldMk cId="15315283" sldId="3870"/>
            <ac:spMk id="2" creationId="{3C71D0E0-1C58-49FC-9A55-F374D92A0AC0}"/>
          </ac:spMkLst>
        </pc:spChg>
        <pc:spChg chg="mod">
          <ac:chgData name="Yogesh Gupta" userId="ca23e961e49a94d0" providerId="LiveId" clId="{8D451D89-DBB1-4F33-B489-02E290A85E0D}" dt="2021-03-18T07:05:13.455" v="1013" actId="693"/>
          <ac:spMkLst>
            <pc:docMk/>
            <pc:sldMk cId="15315283" sldId="3870"/>
            <ac:spMk id="12" creationId="{93215FD8-3472-457C-80BF-261ADFD017A8}"/>
          </ac:spMkLst>
        </pc:spChg>
        <pc:spChg chg="add mod">
          <ac:chgData name="Yogesh Gupta" userId="ca23e961e49a94d0" providerId="LiveId" clId="{8D451D89-DBB1-4F33-B489-02E290A85E0D}" dt="2021-03-18T07:05:13.455" v="1013" actId="693"/>
          <ac:spMkLst>
            <pc:docMk/>
            <pc:sldMk cId="15315283" sldId="3870"/>
            <ac:spMk id="57" creationId="{0FC99E99-84DE-4624-BE07-D5F9AF9B931F}"/>
          </ac:spMkLst>
        </pc:spChg>
      </pc:sldChg>
      <pc:sldChg chg="del">
        <pc:chgData name="Yogesh Gupta" userId="ca23e961e49a94d0" providerId="LiveId" clId="{8D451D89-DBB1-4F33-B489-02E290A85E0D}" dt="2021-03-18T06:55:51.066" v="876" actId="47"/>
        <pc:sldMkLst>
          <pc:docMk/>
          <pc:sldMk cId="3111293434" sldId="3875"/>
        </pc:sldMkLst>
      </pc:sldChg>
      <pc:sldChg chg="modSp mod">
        <pc:chgData name="Yogesh Gupta" userId="ca23e961e49a94d0" providerId="LiveId" clId="{8D451D89-DBB1-4F33-B489-02E290A85E0D}" dt="2021-03-18T07:05:35.130" v="1034" actId="20577"/>
        <pc:sldMkLst>
          <pc:docMk/>
          <pc:sldMk cId="1796450729" sldId="3876"/>
        </pc:sldMkLst>
        <pc:spChg chg="mod">
          <ac:chgData name="Yogesh Gupta" userId="ca23e961e49a94d0" providerId="LiveId" clId="{8D451D89-DBB1-4F33-B489-02E290A85E0D}" dt="2021-03-18T07:05:35.130" v="1034" actId="20577"/>
          <ac:spMkLst>
            <pc:docMk/>
            <pc:sldMk cId="1796450729" sldId="3876"/>
            <ac:spMk id="10" creationId="{3F9AD094-DFA5-4F20-AA58-70EB6F65531B}"/>
          </ac:spMkLst>
        </pc:spChg>
        <pc:spChg chg="mod">
          <ac:chgData name="Yogesh Gupta" userId="ca23e961e49a94d0" providerId="LiveId" clId="{8D451D89-DBB1-4F33-B489-02E290A85E0D}" dt="2021-03-18T06:43:35.677" v="788" actId="1036"/>
          <ac:spMkLst>
            <pc:docMk/>
            <pc:sldMk cId="1796450729" sldId="3876"/>
            <ac:spMk id="11" creationId="{634E3076-B6DE-449B-8895-465126ADCA60}"/>
          </ac:spMkLst>
        </pc:spChg>
        <pc:spChg chg="mod">
          <ac:chgData name="Yogesh Gupta" userId="ca23e961e49a94d0" providerId="LiveId" clId="{8D451D89-DBB1-4F33-B489-02E290A85E0D}" dt="2021-03-18T06:43:31.606" v="785" actId="1036"/>
          <ac:spMkLst>
            <pc:docMk/>
            <pc:sldMk cId="1796450729" sldId="3876"/>
            <ac:spMk id="18" creationId="{23E8627D-15E0-444B-9650-A4FA2CE670C0}"/>
          </ac:spMkLst>
        </pc:spChg>
        <pc:spChg chg="mod">
          <ac:chgData name="Yogesh Gupta" userId="ca23e961e49a94d0" providerId="LiveId" clId="{8D451D89-DBB1-4F33-B489-02E290A85E0D}" dt="2021-03-18T06:44:07.195" v="804" actId="20577"/>
          <ac:spMkLst>
            <pc:docMk/>
            <pc:sldMk cId="1796450729" sldId="3876"/>
            <ac:spMk id="19" creationId="{EF0B3178-96C2-5849-BEEA-DBA004444405}"/>
          </ac:spMkLst>
        </pc:spChg>
        <pc:spChg chg="mod">
          <ac:chgData name="Yogesh Gupta" userId="ca23e961e49a94d0" providerId="LiveId" clId="{8D451D89-DBB1-4F33-B489-02E290A85E0D}" dt="2021-03-18T07:00:55.872" v="926" actId="20577"/>
          <ac:spMkLst>
            <pc:docMk/>
            <pc:sldMk cId="1796450729" sldId="3876"/>
            <ac:spMk id="22" creationId="{EF0B3178-96C2-5849-BEEA-DBA004444405}"/>
          </ac:spMkLst>
        </pc:spChg>
        <pc:grpChg chg="mod">
          <ac:chgData name="Yogesh Gupta" userId="ca23e961e49a94d0" providerId="LiveId" clId="{8D451D89-DBB1-4F33-B489-02E290A85E0D}" dt="2021-03-18T06:43:35.677" v="788" actId="1036"/>
          <ac:grpSpMkLst>
            <pc:docMk/>
            <pc:sldMk cId="1796450729" sldId="3876"/>
            <ac:grpSpMk id="13" creationId="{27C71A9B-D5A5-4903-8166-AFC912FD5EA8}"/>
          </ac:grpSpMkLst>
        </pc:grpChg>
        <pc:grpChg chg="mod">
          <ac:chgData name="Yogesh Gupta" userId="ca23e961e49a94d0" providerId="LiveId" clId="{8D451D89-DBB1-4F33-B489-02E290A85E0D}" dt="2021-03-18T06:43:31.606" v="785" actId="1036"/>
          <ac:grpSpMkLst>
            <pc:docMk/>
            <pc:sldMk cId="1796450729" sldId="3876"/>
            <ac:grpSpMk id="17" creationId="{B6FCF0DF-8CD7-4558-B7E4-88A07DD84B61}"/>
          </ac:grpSpMkLst>
        </pc:grpChg>
      </pc:sldChg>
      <pc:sldChg chg="addSp delSp modSp new del mod">
        <pc:chgData name="Yogesh Gupta" userId="ca23e961e49a94d0" providerId="LiveId" clId="{8D451D89-DBB1-4F33-B489-02E290A85E0D}" dt="2021-03-18T13:06:48.192" v="1035" actId="47"/>
        <pc:sldMkLst>
          <pc:docMk/>
          <pc:sldMk cId="108230040" sldId="3877"/>
        </pc:sldMkLst>
        <pc:spChg chg="mod">
          <ac:chgData name="Yogesh Gupta" userId="ca23e961e49a94d0" providerId="LiveId" clId="{8D451D89-DBB1-4F33-B489-02E290A85E0D}" dt="2021-03-18T04:07:06.174" v="206" actId="20577"/>
          <ac:spMkLst>
            <pc:docMk/>
            <pc:sldMk cId="108230040" sldId="3877"/>
            <ac:spMk id="2" creationId="{BACBAA38-2C28-4EC7-BBCB-BEF1FE7D7C7F}"/>
          </ac:spMkLst>
        </pc:spChg>
        <pc:spChg chg="del">
          <ac:chgData name="Yogesh Gupta" userId="ca23e961e49a94d0" providerId="LiveId" clId="{8D451D89-DBB1-4F33-B489-02E290A85E0D}" dt="2021-03-18T04:07:16.302" v="207" actId="3680"/>
          <ac:spMkLst>
            <pc:docMk/>
            <pc:sldMk cId="108230040" sldId="3877"/>
            <ac:spMk id="3" creationId="{C726CDA1-9F48-4640-BDC8-B3AAE798CEF6}"/>
          </ac:spMkLst>
        </pc:spChg>
        <pc:graphicFrameChg chg="add mod ord modGraphic">
          <ac:chgData name="Yogesh Gupta" userId="ca23e961e49a94d0" providerId="LiveId" clId="{8D451D89-DBB1-4F33-B489-02E290A85E0D}" dt="2021-03-18T04:09:27.191" v="227" actId="20577"/>
          <ac:graphicFrameMkLst>
            <pc:docMk/>
            <pc:sldMk cId="108230040" sldId="3877"/>
            <ac:graphicFrameMk id="4" creationId="{D8ADD77B-B498-4D76-A386-06E6F3FC4482}"/>
          </ac:graphicFrameMkLst>
        </pc:graphicFrameChg>
      </pc:sldChg>
      <pc:sldChg chg="modSp add mod ord">
        <pc:chgData name="Yogesh Gupta" userId="ca23e961e49a94d0" providerId="LiveId" clId="{8D451D89-DBB1-4F33-B489-02E290A85E0D}" dt="2021-03-18T07:02:25.556" v="977"/>
        <pc:sldMkLst>
          <pc:docMk/>
          <pc:sldMk cId="2543185550" sldId="3878"/>
        </pc:sldMkLst>
        <pc:spChg chg="mod">
          <ac:chgData name="Yogesh Gupta" userId="ca23e961e49a94d0" providerId="LiveId" clId="{8D451D89-DBB1-4F33-B489-02E290A85E0D}" dt="2021-03-18T06:55:57.638" v="878" actId="404"/>
          <ac:spMkLst>
            <pc:docMk/>
            <pc:sldMk cId="2543185550" sldId="3878"/>
            <ac:spMk id="79" creationId="{D4ABB5B0-7168-4ACF-A2CD-89E39EE49192}"/>
          </ac:spMkLst>
        </pc:spChg>
      </pc:sldChg>
    </pc:docChg>
  </pc:docChgLst>
  <pc:docChgLst>
    <pc:chgData name="Yogesh Gupta" userId="ca23e961e49a94d0" providerId="LiveId" clId="{444E8D49-3EF2-4CBA-96EE-B05A9E75A70E}"/>
    <pc:docChg chg="modSld">
      <pc:chgData name="Yogesh Gupta" userId="ca23e961e49a94d0" providerId="LiveId" clId="{444E8D49-3EF2-4CBA-96EE-B05A9E75A70E}" dt="2021-02-24T19:19:49.450" v="1" actId="20577"/>
      <pc:docMkLst>
        <pc:docMk/>
      </pc:docMkLst>
      <pc:sldChg chg="modSp mod">
        <pc:chgData name="Yogesh Gupta" userId="ca23e961e49a94d0" providerId="LiveId" clId="{444E8D49-3EF2-4CBA-96EE-B05A9E75A70E}" dt="2021-02-24T19:19:49.450" v="1" actId="20577"/>
        <pc:sldMkLst>
          <pc:docMk/>
          <pc:sldMk cId="1011475303" sldId="265"/>
        </pc:sldMkLst>
        <pc:spChg chg="mod">
          <ac:chgData name="Yogesh Gupta" userId="ca23e961e49a94d0" providerId="LiveId" clId="{444E8D49-3EF2-4CBA-96EE-B05A9E75A70E}" dt="2021-02-24T19:19:49.450" v="1" actId="20577"/>
          <ac:spMkLst>
            <pc:docMk/>
            <pc:sldMk cId="1011475303" sldId="265"/>
            <ac:spMk id="20" creationId="{5A44C561-8A10-438E-B3D7-DB3733DDF39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54323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01" tIns="47851" rIns="95701" bIns="47851" numCol="1" anchor="t" anchorCtr="0" compatLnSpc="1">
            <a:prstTxWarp prst="textNoShape">
              <a:avLst/>
            </a:prstTxWarp>
          </a:bodyPr>
          <a:lstStyle>
            <a:lvl1pPr algn="l" fontAlgn="base">
              <a:defRPr sz="1300" dirty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32093" y="0"/>
            <a:ext cx="4154323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01" tIns="47851" rIns="95701" bIns="47851" numCol="1" anchor="t" anchorCtr="0" compatLnSpc="1">
            <a:prstTxWarp prst="textNoShape">
              <a:avLst/>
            </a:prstTxWarp>
          </a:bodyPr>
          <a:lstStyle>
            <a:lvl1pPr algn="r" fontAlgn="base">
              <a:defRPr sz="1300" dirty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39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936167"/>
            <a:ext cx="4154323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01" tIns="47851" rIns="95701" bIns="47851" numCol="1" anchor="b" anchorCtr="0" compatLnSpc="1">
            <a:prstTxWarp prst="textNoShape">
              <a:avLst/>
            </a:prstTxWarp>
          </a:bodyPr>
          <a:lstStyle>
            <a:lvl1pPr algn="l" fontAlgn="base">
              <a:defRPr sz="1300" dirty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39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32093" y="6936167"/>
            <a:ext cx="4154323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01" tIns="47851" rIns="95701" bIns="47851" numCol="1" anchor="b" anchorCtr="0" compatLnSpc="1">
            <a:prstTxWarp prst="textNoShape">
              <a:avLst/>
            </a:prstTxWarp>
          </a:bodyPr>
          <a:lstStyle>
            <a:lvl1pPr algn="r" fontAlgn="base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E6A8113C-2F28-41F1-9212-2765D3330F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77607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54323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01" tIns="47851" rIns="95701" bIns="47851" numCol="1" anchor="t" anchorCtr="0" compatLnSpc="1">
            <a:prstTxWarp prst="textNoShape">
              <a:avLst/>
            </a:prstTxWarp>
          </a:bodyPr>
          <a:lstStyle>
            <a:lvl1pPr algn="l" fontAlgn="base">
              <a:defRPr sz="1300" dirty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32093" y="0"/>
            <a:ext cx="4154323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01" tIns="47851" rIns="95701" bIns="47851" numCol="1" anchor="t" anchorCtr="0" compatLnSpc="1">
            <a:prstTxWarp prst="textNoShape">
              <a:avLst/>
            </a:prstTxWarp>
          </a:bodyPr>
          <a:lstStyle>
            <a:lvl1pPr algn="r" fontAlgn="base">
              <a:defRPr sz="1300" dirty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055813" y="547688"/>
            <a:ext cx="5476875" cy="27384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58850" y="3468688"/>
            <a:ext cx="7670800" cy="328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01" tIns="47851" rIns="95701" bIns="4785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36167"/>
            <a:ext cx="4154323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01" tIns="47851" rIns="95701" bIns="47851" numCol="1" anchor="b" anchorCtr="0" compatLnSpc="1">
            <a:prstTxWarp prst="textNoShape">
              <a:avLst/>
            </a:prstTxWarp>
          </a:bodyPr>
          <a:lstStyle>
            <a:lvl1pPr algn="l" fontAlgn="base">
              <a:defRPr sz="1300" dirty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32093" y="6936167"/>
            <a:ext cx="4154323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01" tIns="47851" rIns="95701" bIns="47851" numCol="1" anchor="b" anchorCtr="0" compatLnSpc="1">
            <a:prstTxWarp prst="textNoShape">
              <a:avLst/>
            </a:prstTxWarp>
          </a:bodyPr>
          <a:lstStyle>
            <a:lvl1pPr algn="r" fontAlgn="base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005B473E-D299-4D6D-9CC3-5F1C555888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3466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06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127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19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25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5315" algn="l" defTabSz="91412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378" algn="l" defTabSz="91412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440" algn="l" defTabSz="91412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503" algn="l" defTabSz="91412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55813" y="547688"/>
            <a:ext cx="5476875" cy="27384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22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55813" y="547688"/>
            <a:ext cx="5476875" cy="27384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644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3" y="6"/>
            <a:ext cx="12344401" cy="749419"/>
          </a:xfrm>
        </p:spPr>
        <p:txBody>
          <a:bodyPr>
            <a:normAutofit/>
          </a:bodyPr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3" y="852701"/>
            <a:ext cx="12344401" cy="5273466"/>
          </a:xfrm>
        </p:spPr>
        <p:txBody>
          <a:bodyPr/>
          <a:lstStyle>
            <a:lvl1pPr marL="342896" indent="-342896">
              <a:buFont typeface="Webdings" panose="05030102010509060703" pitchFamily="18" charset="2"/>
              <a:buChar char="4"/>
              <a:defRPr sz="2400"/>
            </a:lvl1pPr>
            <a:lvl2pPr marL="742940" indent="-285746">
              <a:buFont typeface="Arial" panose="020B0604020202020204" pitchFamily="34" charset="0"/>
              <a:buChar char="•"/>
              <a:defRPr sz="2001"/>
            </a:lvl2pPr>
            <a:lvl3pPr>
              <a:defRPr sz="1800"/>
            </a:lvl3pPr>
            <a:lvl4pPr>
              <a:defRPr sz="1601"/>
            </a:lvl4pPr>
            <a:lvl5pPr>
              <a:defRPr sz="160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32F8A1-3373-4E2E-AE88-4D0BD7BF12E2}"/>
              </a:ext>
            </a:extLst>
          </p:cNvPr>
          <p:cNvSpPr/>
          <p:nvPr userDrawn="1"/>
        </p:nvSpPr>
        <p:spPr>
          <a:xfrm>
            <a:off x="457200" y="6573381"/>
            <a:ext cx="264496" cy="1384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859F80E-620D-49A1-BE04-AB53E30ABC2A}" type="slidenum">
              <a:rPr lang="it-IT" sz="900">
                <a:solidFill>
                  <a:srgbClr val="404040"/>
                </a:solidFill>
                <a:latin typeface="Calibri" panose="020F0502020204030204"/>
                <a:cs typeface="Segoe UI" panose="020B0502040204020203" pitchFamily="34" charset="0"/>
              </a:rPr>
              <a:pPr eaLnBrk="1" hangingPunct="1"/>
              <a:t>‹#›</a:t>
            </a:fld>
            <a:r>
              <a:rPr lang="it-IT" sz="900">
                <a:solidFill>
                  <a:srgbClr val="404040"/>
                </a:solidFill>
                <a:latin typeface="Calibri" panose="020F0502020204030204"/>
                <a:cs typeface="Segoe UI" panose="020B0502040204020203" pitchFamily="34" charset="0"/>
              </a:rPr>
              <a:t>  | </a:t>
            </a:r>
            <a:endParaRPr lang="en-US" sz="900">
              <a:solidFill>
                <a:srgbClr val="404040"/>
              </a:solidFill>
              <a:latin typeface="Calibri" panose="020F0502020204030204"/>
              <a:cs typeface="Segoe UI" panose="020B0502040204020203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54F3C9-F824-4D11-963B-880154E19184}"/>
              </a:ext>
            </a:extLst>
          </p:cNvPr>
          <p:cNvSpPr>
            <a:spLocks/>
          </p:cNvSpPr>
          <p:nvPr userDrawn="1"/>
        </p:nvSpPr>
        <p:spPr>
          <a:xfrm>
            <a:off x="10187785" y="6594129"/>
            <a:ext cx="3064942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r" defTabSz="1217613"/>
            <a:r>
              <a:rPr lang="en-US" sz="900">
                <a:solidFill>
                  <a:srgbClr val="000000">
                    <a:lumMod val="65000"/>
                    <a:lumOff val="35000"/>
                  </a:srgbClr>
                </a:solidFill>
                <a:latin typeface="Calibri" panose="020F0502020204030204"/>
                <a:cs typeface="Segoe UI" panose="020B0502040204020203" pitchFamily="34" charset="0"/>
              </a:rPr>
              <a:t>Copyright © 2021 HCL Technologies Limited  |  www.hcltech.com</a:t>
            </a:r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57016C18-A752-4C9D-83B1-B7E523C4A3F1}"/>
              </a:ext>
            </a:extLst>
          </p:cNvPr>
          <p:cNvSpPr>
            <a:spLocks/>
          </p:cNvSpPr>
          <p:nvPr userDrawn="1"/>
        </p:nvSpPr>
        <p:spPr bwMode="auto">
          <a:xfrm>
            <a:off x="11864521" y="6393816"/>
            <a:ext cx="527709" cy="162643"/>
          </a:xfrm>
          <a:custGeom>
            <a:avLst/>
            <a:gdLst>
              <a:gd name="T0" fmla="*/ 0 w 555"/>
              <a:gd name="T1" fmla="*/ 194 h 194"/>
              <a:gd name="T2" fmla="*/ 156 w 555"/>
              <a:gd name="T3" fmla="*/ 194 h 194"/>
              <a:gd name="T4" fmla="*/ 189 w 555"/>
              <a:gd name="T5" fmla="*/ 116 h 194"/>
              <a:gd name="T6" fmla="*/ 343 w 555"/>
              <a:gd name="T7" fmla="*/ 116 h 194"/>
              <a:gd name="T8" fmla="*/ 310 w 555"/>
              <a:gd name="T9" fmla="*/ 194 h 194"/>
              <a:gd name="T10" fmla="*/ 468 w 555"/>
              <a:gd name="T11" fmla="*/ 194 h 194"/>
              <a:gd name="T12" fmla="*/ 555 w 555"/>
              <a:gd name="T13" fmla="*/ 0 h 194"/>
              <a:gd name="T14" fmla="*/ 395 w 555"/>
              <a:gd name="T15" fmla="*/ 0 h 194"/>
              <a:gd name="T16" fmla="*/ 366 w 555"/>
              <a:gd name="T17" fmla="*/ 66 h 194"/>
              <a:gd name="T18" fmla="*/ 213 w 555"/>
              <a:gd name="T19" fmla="*/ 66 h 194"/>
              <a:gd name="T20" fmla="*/ 241 w 555"/>
              <a:gd name="T21" fmla="*/ 0 h 194"/>
              <a:gd name="T22" fmla="*/ 85 w 555"/>
              <a:gd name="T23" fmla="*/ 0 h 194"/>
              <a:gd name="T24" fmla="*/ 0 w 555"/>
              <a:gd name="T25" fmla="*/ 194 h 19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555" h="194">
                <a:moveTo>
                  <a:pt x="0" y="194"/>
                </a:moveTo>
                <a:lnTo>
                  <a:pt x="156" y="194"/>
                </a:lnTo>
                <a:lnTo>
                  <a:pt x="189" y="116"/>
                </a:lnTo>
                <a:lnTo>
                  <a:pt x="343" y="116"/>
                </a:lnTo>
                <a:lnTo>
                  <a:pt x="310" y="194"/>
                </a:lnTo>
                <a:lnTo>
                  <a:pt x="468" y="194"/>
                </a:lnTo>
                <a:lnTo>
                  <a:pt x="555" y="0"/>
                </a:lnTo>
                <a:lnTo>
                  <a:pt x="395" y="0"/>
                </a:lnTo>
                <a:lnTo>
                  <a:pt x="366" y="66"/>
                </a:lnTo>
                <a:lnTo>
                  <a:pt x="213" y="66"/>
                </a:lnTo>
                <a:lnTo>
                  <a:pt x="241" y="0"/>
                </a:lnTo>
                <a:lnTo>
                  <a:pt x="85" y="0"/>
                </a:lnTo>
                <a:lnTo>
                  <a:pt x="0" y="194"/>
                </a:lnTo>
                <a:close/>
              </a:path>
            </a:pathLst>
          </a:custGeom>
          <a:solidFill>
            <a:srgbClr val="0066B3"/>
          </a:solidFill>
          <a:ln>
            <a:noFill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974438CD-5011-41B4-802B-1CB2CB3214D5}"/>
              </a:ext>
            </a:extLst>
          </p:cNvPr>
          <p:cNvSpPr>
            <a:spLocks/>
          </p:cNvSpPr>
          <p:nvPr userDrawn="1"/>
        </p:nvSpPr>
        <p:spPr bwMode="auto">
          <a:xfrm>
            <a:off x="12365606" y="6380403"/>
            <a:ext cx="498233" cy="186117"/>
          </a:xfrm>
          <a:custGeom>
            <a:avLst/>
            <a:gdLst>
              <a:gd name="T0" fmla="*/ 27472 w 222"/>
              <a:gd name="T1" fmla="*/ 6096 h 94"/>
              <a:gd name="T2" fmla="*/ 38398 w 222"/>
              <a:gd name="T3" fmla="*/ 6096 h 94"/>
              <a:gd name="T4" fmla="*/ 31506 w 222"/>
              <a:gd name="T5" fmla="*/ 1393 h 94"/>
              <a:gd name="T6" fmla="*/ 5865 w 222"/>
              <a:gd name="T7" fmla="*/ 4322 h 94"/>
              <a:gd name="T8" fmla="*/ 5337 w 222"/>
              <a:gd name="T9" fmla="*/ 14251 h 94"/>
              <a:gd name="T10" fmla="*/ 26448 w 222"/>
              <a:gd name="T11" fmla="*/ 15053 h 94"/>
              <a:gd name="T12" fmla="*/ 36125 w 222"/>
              <a:gd name="T13" fmla="*/ 10736 h 94"/>
              <a:gd name="T14" fmla="*/ 25048 w 222"/>
              <a:gd name="T15" fmla="*/ 10736 h 94"/>
              <a:gd name="T16" fmla="*/ 19556 w 222"/>
              <a:gd name="T17" fmla="*/ 12477 h 94"/>
              <a:gd name="T18" fmla="*/ 13622 w 222"/>
              <a:gd name="T19" fmla="*/ 8311 h 94"/>
              <a:gd name="T20" fmla="*/ 21763 w 222"/>
              <a:gd name="T21" fmla="*/ 4322 h 94"/>
              <a:gd name="T22" fmla="*/ 27472 w 222"/>
              <a:gd name="T23" fmla="*/ 6096 h 9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222" h="94">
                <a:moveTo>
                  <a:pt x="159" y="35"/>
                </a:moveTo>
                <a:cubicBezTo>
                  <a:pt x="222" y="35"/>
                  <a:pt x="222" y="35"/>
                  <a:pt x="222" y="35"/>
                </a:cubicBezTo>
                <a:cubicBezTo>
                  <a:pt x="221" y="21"/>
                  <a:pt x="208" y="12"/>
                  <a:pt x="182" y="8"/>
                </a:cubicBezTo>
                <a:cubicBezTo>
                  <a:pt x="130" y="0"/>
                  <a:pt x="74" y="3"/>
                  <a:pt x="34" y="25"/>
                </a:cubicBezTo>
                <a:cubicBezTo>
                  <a:pt x="2" y="43"/>
                  <a:pt x="0" y="69"/>
                  <a:pt x="31" y="82"/>
                </a:cubicBezTo>
                <a:cubicBezTo>
                  <a:pt x="58" y="93"/>
                  <a:pt x="113" y="94"/>
                  <a:pt x="153" y="87"/>
                </a:cubicBezTo>
                <a:cubicBezTo>
                  <a:pt x="179" y="83"/>
                  <a:pt x="198" y="74"/>
                  <a:pt x="209" y="62"/>
                </a:cubicBezTo>
                <a:cubicBezTo>
                  <a:pt x="145" y="62"/>
                  <a:pt x="145" y="62"/>
                  <a:pt x="145" y="62"/>
                </a:cubicBezTo>
                <a:cubicBezTo>
                  <a:pt x="137" y="68"/>
                  <a:pt x="126" y="71"/>
                  <a:pt x="113" y="72"/>
                </a:cubicBezTo>
                <a:cubicBezTo>
                  <a:pt x="77" y="72"/>
                  <a:pt x="72" y="61"/>
                  <a:pt x="79" y="48"/>
                </a:cubicBezTo>
                <a:cubicBezTo>
                  <a:pt x="86" y="34"/>
                  <a:pt x="102" y="25"/>
                  <a:pt x="126" y="25"/>
                </a:cubicBezTo>
                <a:cubicBezTo>
                  <a:pt x="145" y="24"/>
                  <a:pt x="154" y="28"/>
                  <a:pt x="159" y="35"/>
                </a:cubicBezTo>
                <a:close/>
              </a:path>
            </a:pathLst>
          </a:custGeom>
          <a:solidFill>
            <a:srgbClr val="0066B3"/>
          </a:solidFill>
          <a:ln>
            <a:noFill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5" name="Freeform 8">
            <a:extLst>
              <a:ext uri="{FF2B5EF4-FFF2-40B4-BE49-F238E27FC236}">
                <a16:creationId xmlns:a16="http://schemas.microsoft.com/office/drawing/2014/main" id="{57940642-9F73-4E7B-8B57-5D9E6EE046CC}"/>
              </a:ext>
            </a:extLst>
          </p:cNvPr>
          <p:cNvSpPr>
            <a:spLocks/>
          </p:cNvSpPr>
          <p:nvPr userDrawn="1"/>
        </p:nvSpPr>
        <p:spPr bwMode="auto">
          <a:xfrm>
            <a:off x="12853380" y="6393816"/>
            <a:ext cx="383184" cy="162643"/>
          </a:xfrm>
          <a:custGeom>
            <a:avLst/>
            <a:gdLst>
              <a:gd name="T0" fmla="*/ 248 w 403"/>
              <a:gd name="T1" fmla="*/ 0 h 194"/>
              <a:gd name="T2" fmla="*/ 181 w 403"/>
              <a:gd name="T3" fmla="*/ 146 h 194"/>
              <a:gd name="T4" fmla="*/ 403 w 403"/>
              <a:gd name="T5" fmla="*/ 146 h 194"/>
              <a:gd name="T6" fmla="*/ 385 w 403"/>
              <a:gd name="T7" fmla="*/ 194 h 194"/>
              <a:gd name="T8" fmla="*/ 0 w 403"/>
              <a:gd name="T9" fmla="*/ 194 h 194"/>
              <a:gd name="T10" fmla="*/ 87 w 403"/>
              <a:gd name="T11" fmla="*/ 0 h 194"/>
              <a:gd name="T12" fmla="*/ 248 w 403"/>
              <a:gd name="T13" fmla="*/ 0 h 1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03" h="194">
                <a:moveTo>
                  <a:pt x="248" y="0"/>
                </a:moveTo>
                <a:lnTo>
                  <a:pt x="181" y="146"/>
                </a:lnTo>
                <a:lnTo>
                  <a:pt x="403" y="146"/>
                </a:lnTo>
                <a:lnTo>
                  <a:pt x="385" y="194"/>
                </a:lnTo>
                <a:lnTo>
                  <a:pt x="0" y="194"/>
                </a:lnTo>
                <a:lnTo>
                  <a:pt x="87" y="0"/>
                </a:lnTo>
                <a:lnTo>
                  <a:pt x="248" y="0"/>
                </a:lnTo>
                <a:close/>
              </a:path>
            </a:pathLst>
          </a:custGeom>
          <a:solidFill>
            <a:srgbClr val="0066B3"/>
          </a:solidFill>
          <a:ln>
            <a:noFill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08EDD7-7FBD-4672-B11F-F869E2773795}"/>
              </a:ext>
            </a:extLst>
          </p:cNvPr>
          <p:cNvSpPr/>
          <p:nvPr userDrawn="1"/>
        </p:nvSpPr>
        <p:spPr>
          <a:xfrm>
            <a:off x="457201" y="6573381"/>
            <a:ext cx="2095125" cy="1384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859F80E-620D-49A1-BE04-AB53E30ABC2A}" type="slidenum">
              <a:rPr lang="en-US" sz="900" smtClean="0">
                <a:solidFill>
                  <a:srgbClr val="404040"/>
                </a:solidFill>
                <a:latin typeface="Calibri" panose="020F0502020204030204"/>
                <a:cs typeface="Segoe UI" panose="020B0502040204020203" pitchFamily="34" charset="0"/>
              </a:rPr>
              <a:pPr eaLnBrk="1" hangingPunct="1"/>
              <a:t>‹#›</a:t>
            </a:fld>
            <a:r>
              <a:rPr lang="en-US" sz="900">
                <a:solidFill>
                  <a:srgbClr val="404040"/>
                </a:solidFill>
                <a:latin typeface="Calibri" panose="020F0502020204030204"/>
                <a:cs typeface="Segoe UI" panose="020B0502040204020203" pitchFamily="34" charset="0"/>
              </a:rPr>
              <a:t>  |  Technology for the next decade, today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8C76816-2E61-428F-ACA7-686B8813667E}"/>
              </a:ext>
            </a:extLst>
          </p:cNvPr>
          <p:cNvCxnSpPr>
            <a:cxnSpLocks/>
          </p:cNvCxnSpPr>
          <p:nvPr userDrawn="1"/>
        </p:nvCxnSpPr>
        <p:spPr>
          <a:xfrm>
            <a:off x="721696" y="765753"/>
            <a:ext cx="123552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63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1" y="735106"/>
            <a:ext cx="13716000" cy="259976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solid"/>
            <a:miter lim="800000"/>
            <a:headEnd type="none" w="sm" len="sm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99876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A46CC-F8F0-44AA-AF1B-730FDFD7C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22261" y="1787955"/>
            <a:ext cx="5865114" cy="1426369"/>
          </a:xfrm>
        </p:spPr>
        <p:txBody>
          <a:bodyPr anchor="b">
            <a:no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2F73E-08FF-42B9-B029-B281CA09A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22260" y="3362016"/>
            <a:ext cx="5865114" cy="1500187"/>
          </a:xfrm>
        </p:spPr>
        <p:txBody>
          <a:bodyPr>
            <a:noAutofit/>
          </a:bodyPr>
          <a:lstStyle>
            <a:lvl1pPr marL="0" indent="0">
              <a:buNone/>
              <a:defRPr sz="18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56E591DC-CE42-4154-B6D9-96A07872F79D}"/>
              </a:ext>
            </a:extLst>
          </p:cNvPr>
          <p:cNvSpPr>
            <a:spLocks/>
          </p:cNvSpPr>
          <p:nvPr userDrawn="1"/>
        </p:nvSpPr>
        <p:spPr bwMode="auto">
          <a:xfrm>
            <a:off x="4054308" y="2334705"/>
            <a:ext cx="1853864" cy="1914402"/>
          </a:xfrm>
          <a:custGeom>
            <a:avLst/>
            <a:gdLst>
              <a:gd name="T0" fmla="*/ 0 w 1082"/>
              <a:gd name="T1" fmla="*/ 1257 h 1257"/>
              <a:gd name="T2" fmla="*/ 1082 w 1082"/>
              <a:gd name="T3" fmla="*/ 628 h 1257"/>
              <a:gd name="T4" fmla="*/ 0 w 1082"/>
              <a:gd name="T5" fmla="*/ 0 h 1257"/>
              <a:gd name="T6" fmla="*/ 0 w 1082"/>
              <a:gd name="T7" fmla="*/ 1257 h 12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2" h="1257">
                <a:moveTo>
                  <a:pt x="0" y="1257"/>
                </a:moveTo>
                <a:lnTo>
                  <a:pt x="1082" y="628"/>
                </a:lnTo>
                <a:lnTo>
                  <a:pt x="0" y="0"/>
                </a:lnTo>
                <a:lnTo>
                  <a:pt x="0" y="125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4798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84A8C7D3-FF71-4460-A22C-3FD2FCB8E784}"/>
              </a:ext>
            </a:extLst>
          </p:cNvPr>
          <p:cNvSpPr>
            <a:spLocks/>
          </p:cNvSpPr>
          <p:nvPr userDrawn="1"/>
        </p:nvSpPr>
        <p:spPr bwMode="auto">
          <a:xfrm>
            <a:off x="4064588" y="1425478"/>
            <a:ext cx="553418" cy="568076"/>
          </a:xfrm>
          <a:custGeom>
            <a:avLst/>
            <a:gdLst>
              <a:gd name="T0" fmla="*/ 323 w 323"/>
              <a:gd name="T1" fmla="*/ 0 h 373"/>
              <a:gd name="T2" fmla="*/ 0 w 323"/>
              <a:gd name="T3" fmla="*/ 186 h 373"/>
              <a:gd name="T4" fmla="*/ 323 w 323"/>
              <a:gd name="T5" fmla="*/ 373 h 373"/>
              <a:gd name="T6" fmla="*/ 323 w 323"/>
              <a:gd name="T7" fmla="*/ 0 h 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3" h="373">
                <a:moveTo>
                  <a:pt x="323" y="0"/>
                </a:moveTo>
                <a:lnTo>
                  <a:pt x="0" y="186"/>
                </a:lnTo>
                <a:lnTo>
                  <a:pt x="323" y="373"/>
                </a:lnTo>
                <a:lnTo>
                  <a:pt x="323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4798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F495310-45C3-4DC7-A56C-B4B5633503FD}"/>
              </a:ext>
            </a:extLst>
          </p:cNvPr>
          <p:cNvSpPr>
            <a:spLocks/>
          </p:cNvSpPr>
          <p:nvPr userDrawn="1"/>
        </p:nvSpPr>
        <p:spPr bwMode="auto">
          <a:xfrm>
            <a:off x="4761929" y="982934"/>
            <a:ext cx="941509" cy="969500"/>
          </a:xfrm>
          <a:custGeom>
            <a:avLst/>
            <a:gdLst>
              <a:gd name="T0" fmla="*/ 669 w 669"/>
              <a:gd name="T1" fmla="*/ 0 h 775"/>
              <a:gd name="T2" fmla="*/ 0 w 669"/>
              <a:gd name="T3" fmla="*/ 388 h 775"/>
              <a:gd name="T4" fmla="*/ 669 w 669"/>
              <a:gd name="T5" fmla="*/ 775 h 775"/>
              <a:gd name="T6" fmla="*/ 669 w 669"/>
              <a:gd name="T7" fmla="*/ 0 h 7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69" h="775">
                <a:moveTo>
                  <a:pt x="669" y="0"/>
                </a:moveTo>
                <a:lnTo>
                  <a:pt x="0" y="388"/>
                </a:lnTo>
                <a:lnTo>
                  <a:pt x="669" y="775"/>
                </a:lnTo>
                <a:lnTo>
                  <a:pt x="669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4798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Freeform 10">
            <a:extLst>
              <a:ext uri="{FF2B5EF4-FFF2-40B4-BE49-F238E27FC236}">
                <a16:creationId xmlns:a16="http://schemas.microsoft.com/office/drawing/2014/main" id="{3661B732-E8DA-441A-A455-321EA5AF2AE1}"/>
              </a:ext>
            </a:extLst>
          </p:cNvPr>
          <p:cNvSpPr>
            <a:spLocks/>
          </p:cNvSpPr>
          <p:nvPr userDrawn="1"/>
        </p:nvSpPr>
        <p:spPr bwMode="auto">
          <a:xfrm>
            <a:off x="4618005" y="1988989"/>
            <a:ext cx="488310" cy="501065"/>
          </a:xfrm>
          <a:custGeom>
            <a:avLst/>
            <a:gdLst>
              <a:gd name="T0" fmla="*/ 0 w 285"/>
              <a:gd name="T1" fmla="*/ 329 h 329"/>
              <a:gd name="T2" fmla="*/ 285 w 285"/>
              <a:gd name="T3" fmla="*/ 165 h 329"/>
              <a:gd name="T4" fmla="*/ 0 w 285"/>
              <a:gd name="T5" fmla="*/ 0 h 329"/>
              <a:gd name="T6" fmla="*/ 0 w 285"/>
              <a:gd name="T7" fmla="*/ 329 h 3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5" h="329">
                <a:moveTo>
                  <a:pt x="0" y="329"/>
                </a:moveTo>
                <a:lnTo>
                  <a:pt x="285" y="165"/>
                </a:lnTo>
                <a:lnTo>
                  <a:pt x="0" y="0"/>
                </a:lnTo>
                <a:lnTo>
                  <a:pt x="0" y="329"/>
                </a:lnTo>
                <a:close/>
              </a:path>
            </a:pathLst>
          </a:custGeom>
          <a:solidFill>
            <a:srgbClr val="FCFCFC"/>
          </a:solidFill>
          <a:ln w="23813" cap="flat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4798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reeform 12">
            <a:extLst>
              <a:ext uri="{FF2B5EF4-FFF2-40B4-BE49-F238E27FC236}">
                <a16:creationId xmlns:a16="http://schemas.microsoft.com/office/drawing/2014/main" id="{AA1C7653-562F-43B4-999D-6F0ADD674904}"/>
              </a:ext>
            </a:extLst>
          </p:cNvPr>
          <p:cNvSpPr>
            <a:spLocks/>
          </p:cNvSpPr>
          <p:nvPr userDrawn="1"/>
        </p:nvSpPr>
        <p:spPr bwMode="auto">
          <a:xfrm>
            <a:off x="4749934" y="1999650"/>
            <a:ext cx="1146242" cy="1181843"/>
          </a:xfrm>
          <a:custGeom>
            <a:avLst/>
            <a:gdLst>
              <a:gd name="T0" fmla="*/ 669 w 669"/>
              <a:gd name="T1" fmla="*/ 0 h 776"/>
              <a:gd name="T2" fmla="*/ 0 w 669"/>
              <a:gd name="T3" fmla="*/ 388 h 776"/>
              <a:gd name="T4" fmla="*/ 669 w 669"/>
              <a:gd name="T5" fmla="*/ 776 h 776"/>
              <a:gd name="T6" fmla="*/ 669 w 669"/>
              <a:gd name="T7" fmla="*/ 0 h 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69" h="776">
                <a:moveTo>
                  <a:pt x="669" y="0"/>
                </a:moveTo>
                <a:lnTo>
                  <a:pt x="0" y="388"/>
                </a:lnTo>
                <a:lnTo>
                  <a:pt x="669" y="776"/>
                </a:lnTo>
                <a:lnTo>
                  <a:pt x="669" y="0"/>
                </a:lnTo>
                <a:close/>
              </a:path>
            </a:pathLst>
          </a:custGeom>
          <a:solidFill>
            <a:srgbClr val="FCFCFC"/>
          </a:solidFill>
          <a:ln w="23813" cap="flat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4798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reeform 14">
            <a:extLst>
              <a:ext uri="{FF2B5EF4-FFF2-40B4-BE49-F238E27FC236}">
                <a16:creationId xmlns:a16="http://schemas.microsoft.com/office/drawing/2014/main" id="{0C08B401-FFBD-4B2C-8302-4A56C4988B8F}"/>
              </a:ext>
            </a:extLst>
          </p:cNvPr>
          <p:cNvSpPr>
            <a:spLocks/>
          </p:cNvSpPr>
          <p:nvPr userDrawn="1"/>
        </p:nvSpPr>
        <p:spPr bwMode="auto">
          <a:xfrm>
            <a:off x="-49578" y="2872325"/>
            <a:ext cx="3881147" cy="3985677"/>
          </a:xfrm>
          <a:custGeom>
            <a:avLst/>
            <a:gdLst>
              <a:gd name="T0" fmla="*/ 0 w 2859"/>
              <a:gd name="T1" fmla="*/ 1655 h 3303"/>
              <a:gd name="T2" fmla="*/ 2856 w 2859"/>
              <a:gd name="T3" fmla="*/ 3303 h 3303"/>
              <a:gd name="T4" fmla="*/ 2859 w 2859"/>
              <a:gd name="T5" fmla="*/ 0 h 3303"/>
              <a:gd name="T6" fmla="*/ 0 w 2859"/>
              <a:gd name="T7" fmla="*/ 1655 h 3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59" h="3303">
                <a:moveTo>
                  <a:pt x="0" y="1655"/>
                </a:moveTo>
                <a:lnTo>
                  <a:pt x="2856" y="3303"/>
                </a:lnTo>
                <a:lnTo>
                  <a:pt x="2859" y="0"/>
                </a:lnTo>
                <a:lnTo>
                  <a:pt x="0" y="1655"/>
                </a:lnTo>
                <a:close/>
              </a:path>
            </a:pathLst>
          </a:custGeom>
          <a:solidFill>
            <a:srgbClr val="CFD0D2"/>
          </a:solidFill>
          <a:ln w="3175" cap="flat" cmpd="sng" algn="ctr">
            <a:noFill/>
            <a:prstDash val="solid"/>
            <a:miter lim="800000"/>
            <a:headEnd type="none" w="sm" len="sm"/>
            <a:tailEnd type="triangle" w="med" len="med"/>
          </a:ln>
          <a:effectLst/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4798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Freeform 20">
            <a:extLst>
              <a:ext uri="{FF2B5EF4-FFF2-40B4-BE49-F238E27FC236}">
                <a16:creationId xmlns:a16="http://schemas.microsoft.com/office/drawing/2014/main" id="{136FE2E7-DF8C-4302-B593-ACD2B651A201}"/>
              </a:ext>
            </a:extLst>
          </p:cNvPr>
          <p:cNvSpPr>
            <a:spLocks/>
          </p:cNvSpPr>
          <p:nvPr userDrawn="1"/>
        </p:nvSpPr>
        <p:spPr bwMode="auto">
          <a:xfrm>
            <a:off x="6040101" y="1962290"/>
            <a:ext cx="1184077" cy="1219200"/>
          </a:xfrm>
          <a:custGeom>
            <a:avLst/>
            <a:gdLst>
              <a:gd name="T0" fmla="*/ 0 w 663"/>
              <a:gd name="T1" fmla="*/ 768 h 768"/>
              <a:gd name="T2" fmla="*/ 663 w 663"/>
              <a:gd name="T3" fmla="*/ 384 h 768"/>
              <a:gd name="T4" fmla="*/ 0 w 663"/>
              <a:gd name="T5" fmla="*/ 0 h 768"/>
              <a:gd name="T6" fmla="*/ 0 w 663"/>
              <a:gd name="T7" fmla="*/ 768 h 7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63" h="768">
                <a:moveTo>
                  <a:pt x="0" y="768"/>
                </a:moveTo>
                <a:lnTo>
                  <a:pt x="663" y="384"/>
                </a:lnTo>
                <a:lnTo>
                  <a:pt x="0" y="0"/>
                </a:lnTo>
                <a:lnTo>
                  <a:pt x="0" y="768"/>
                </a:lnTo>
                <a:close/>
              </a:path>
            </a:pathLst>
          </a:custGeom>
          <a:solidFill>
            <a:srgbClr val="EFEFEF"/>
          </a:solidFill>
          <a:ln w="3175" cap="flat" cmpd="sng" algn="ctr">
            <a:noFill/>
            <a:prstDash val="solid"/>
            <a:miter lim="800000"/>
            <a:headEnd type="none" w="sm" len="sm"/>
            <a:tailEnd type="triangle" w="med" len="med"/>
          </a:ln>
          <a:effectLst/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4798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3C520CC8-1DB3-480D-895D-BBDD1ED4458E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0" y="120272"/>
            <a:ext cx="8388981" cy="6737728"/>
          </a:xfrm>
          <a:custGeom>
            <a:avLst/>
            <a:gdLst>
              <a:gd name="connsiteX0" fmla="*/ 4649698 w 8685630"/>
              <a:gd name="connsiteY0" fmla="*/ 3173918 h 7847984"/>
              <a:gd name="connsiteX1" fmla="*/ 8685630 w 8685630"/>
              <a:gd name="connsiteY1" fmla="*/ 5510190 h 7847984"/>
              <a:gd name="connsiteX2" fmla="*/ 4649698 w 8685630"/>
              <a:gd name="connsiteY2" fmla="*/ 7847984 h 7847984"/>
              <a:gd name="connsiteX3" fmla="*/ 0 w 8685630"/>
              <a:gd name="connsiteY3" fmla="*/ 0 h 7847984"/>
              <a:gd name="connsiteX4" fmla="*/ 4345099 w 8685630"/>
              <a:gd name="connsiteY4" fmla="*/ 2519031 h 7847984"/>
              <a:gd name="connsiteX5" fmla="*/ 0 w 8685630"/>
              <a:gd name="connsiteY5" fmla="*/ 5038062 h 7847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85630" h="7847984">
                <a:moveTo>
                  <a:pt x="4649698" y="3173918"/>
                </a:moveTo>
                <a:lnTo>
                  <a:pt x="8685630" y="5510190"/>
                </a:lnTo>
                <a:lnTo>
                  <a:pt x="4649698" y="7847984"/>
                </a:lnTo>
                <a:close/>
                <a:moveTo>
                  <a:pt x="0" y="0"/>
                </a:moveTo>
                <a:lnTo>
                  <a:pt x="4345099" y="2519031"/>
                </a:lnTo>
                <a:lnTo>
                  <a:pt x="0" y="503806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B91F3E82-DF4E-4B28-8CCB-05A3D360CF9C}"/>
              </a:ext>
            </a:extLst>
          </p:cNvPr>
          <p:cNvSpPr>
            <a:spLocks noGrp="1"/>
          </p:cNvSpPr>
          <p:nvPr userDrawn="1">
            <p:ph type="pic" sz="quarter" idx="11"/>
          </p:nvPr>
        </p:nvSpPr>
        <p:spPr>
          <a:xfrm>
            <a:off x="3996053" y="0"/>
            <a:ext cx="1594046" cy="1646312"/>
          </a:xfrm>
          <a:custGeom>
            <a:avLst/>
            <a:gdLst>
              <a:gd name="connsiteX0" fmla="*/ 0 w 1646356"/>
              <a:gd name="connsiteY0" fmla="*/ 0 h 1912879"/>
              <a:gd name="connsiteX1" fmla="*/ 1646356 w 1646356"/>
              <a:gd name="connsiteY1" fmla="*/ 956440 h 1912879"/>
              <a:gd name="connsiteX2" fmla="*/ 0 w 1646356"/>
              <a:gd name="connsiteY2" fmla="*/ 1912879 h 1912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6356" h="1912879">
                <a:moveTo>
                  <a:pt x="0" y="0"/>
                </a:moveTo>
                <a:lnTo>
                  <a:pt x="1646356" y="956440"/>
                </a:lnTo>
                <a:lnTo>
                  <a:pt x="0" y="191287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2888228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3" y="-1"/>
            <a:ext cx="12344401" cy="724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3" y="852700"/>
            <a:ext cx="12344401" cy="5273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cxnSp>
        <p:nvCxnSpPr>
          <p:cNvPr id="12" name="Straight Connector 11"/>
          <p:cNvCxnSpPr/>
          <p:nvPr/>
        </p:nvCxnSpPr>
        <p:spPr>
          <a:xfrm flipH="1">
            <a:off x="599711" y="749419"/>
            <a:ext cx="12477196" cy="0"/>
          </a:xfrm>
          <a:prstGeom prst="line">
            <a:avLst/>
          </a:prstGeom>
          <a:ln w="9525" cmpd="sng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599711" y="749419"/>
            <a:ext cx="12477196" cy="0"/>
          </a:xfrm>
          <a:prstGeom prst="line">
            <a:avLst/>
          </a:prstGeom>
          <a:ln w="9525" cmpd="sng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A430AFB-B519-4CEF-8F29-C414D9B7976B}"/>
              </a:ext>
            </a:extLst>
          </p:cNvPr>
          <p:cNvSpPr/>
          <p:nvPr userDrawn="1"/>
        </p:nvSpPr>
        <p:spPr>
          <a:xfrm>
            <a:off x="457200" y="6573381"/>
            <a:ext cx="264496" cy="1384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859F80E-620D-49A1-BE04-AB53E30ABC2A}" type="slidenum">
              <a:rPr lang="it-IT" sz="900">
                <a:solidFill>
                  <a:srgbClr val="404040"/>
                </a:solidFill>
                <a:latin typeface="Calibri" panose="020F0502020204030204"/>
                <a:cs typeface="Segoe UI" panose="020B0502040204020203" pitchFamily="34" charset="0"/>
              </a:rPr>
              <a:pPr eaLnBrk="1" hangingPunct="1"/>
              <a:t>‹#›</a:t>
            </a:fld>
            <a:r>
              <a:rPr lang="it-IT" sz="900">
                <a:solidFill>
                  <a:srgbClr val="404040"/>
                </a:solidFill>
                <a:latin typeface="Calibri" panose="020F0502020204030204"/>
                <a:cs typeface="Segoe UI" panose="020B0502040204020203" pitchFamily="34" charset="0"/>
              </a:rPr>
              <a:t>  | </a:t>
            </a:r>
            <a:endParaRPr lang="en-US" sz="900">
              <a:solidFill>
                <a:srgbClr val="404040"/>
              </a:solidFill>
              <a:latin typeface="Calibri" panose="020F0502020204030204"/>
              <a:cs typeface="Segoe UI" panose="020B05020402040202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2649DF-989B-46C8-AD24-94B2AFA5722A}"/>
              </a:ext>
            </a:extLst>
          </p:cNvPr>
          <p:cNvSpPr>
            <a:spLocks/>
          </p:cNvSpPr>
          <p:nvPr userDrawn="1"/>
        </p:nvSpPr>
        <p:spPr>
          <a:xfrm>
            <a:off x="10187785" y="6594129"/>
            <a:ext cx="3064942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r" defTabSz="1217613"/>
            <a:r>
              <a:rPr lang="en-US" sz="900">
                <a:solidFill>
                  <a:srgbClr val="000000">
                    <a:lumMod val="65000"/>
                    <a:lumOff val="35000"/>
                  </a:srgbClr>
                </a:solidFill>
                <a:latin typeface="Calibri" panose="020F0502020204030204"/>
                <a:cs typeface="Segoe UI" panose="020B0502040204020203" pitchFamily="34" charset="0"/>
              </a:rPr>
              <a:t>Copyright © 2021 HCL Technologies Limited  |  www.hcltech.com</a:t>
            </a:r>
          </a:p>
        </p:txBody>
      </p:sp>
      <p:sp>
        <p:nvSpPr>
          <p:cNvPr id="26" name="Freeform 6">
            <a:extLst>
              <a:ext uri="{FF2B5EF4-FFF2-40B4-BE49-F238E27FC236}">
                <a16:creationId xmlns:a16="http://schemas.microsoft.com/office/drawing/2014/main" id="{CD1C533E-5B84-4D75-9D8C-A073B4251635}"/>
              </a:ext>
            </a:extLst>
          </p:cNvPr>
          <p:cNvSpPr>
            <a:spLocks/>
          </p:cNvSpPr>
          <p:nvPr userDrawn="1"/>
        </p:nvSpPr>
        <p:spPr bwMode="auto">
          <a:xfrm>
            <a:off x="11864521" y="6393816"/>
            <a:ext cx="527709" cy="162643"/>
          </a:xfrm>
          <a:custGeom>
            <a:avLst/>
            <a:gdLst>
              <a:gd name="T0" fmla="*/ 0 w 555"/>
              <a:gd name="T1" fmla="*/ 194 h 194"/>
              <a:gd name="T2" fmla="*/ 156 w 555"/>
              <a:gd name="T3" fmla="*/ 194 h 194"/>
              <a:gd name="T4" fmla="*/ 189 w 555"/>
              <a:gd name="T5" fmla="*/ 116 h 194"/>
              <a:gd name="T6" fmla="*/ 343 w 555"/>
              <a:gd name="T7" fmla="*/ 116 h 194"/>
              <a:gd name="T8" fmla="*/ 310 w 555"/>
              <a:gd name="T9" fmla="*/ 194 h 194"/>
              <a:gd name="T10" fmla="*/ 468 w 555"/>
              <a:gd name="T11" fmla="*/ 194 h 194"/>
              <a:gd name="T12" fmla="*/ 555 w 555"/>
              <a:gd name="T13" fmla="*/ 0 h 194"/>
              <a:gd name="T14" fmla="*/ 395 w 555"/>
              <a:gd name="T15" fmla="*/ 0 h 194"/>
              <a:gd name="T16" fmla="*/ 366 w 555"/>
              <a:gd name="T17" fmla="*/ 66 h 194"/>
              <a:gd name="T18" fmla="*/ 213 w 555"/>
              <a:gd name="T19" fmla="*/ 66 h 194"/>
              <a:gd name="T20" fmla="*/ 241 w 555"/>
              <a:gd name="T21" fmla="*/ 0 h 194"/>
              <a:gd name="T22" fmla="*/ 85 w 555"/>
              <a:gd name="T23" fmla="*/ 0 h 194"/>
              <a:gd name="T24" fmla="*/ 0 w 555"/>
              <a:gd name="T25" fmla="*/ 194 h 19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555" h="194">
                <a:moveTo>
                  <a:pt x="0" y="194"/>
                </a:moveTo>
                <a:lnTo>
                  <a:pt x="156" y="194"/>
                </a:lnTo>
                <a:lnTo>
                  <a:pt x="189" y="116"/>
                </a:lnTo>
                <a:lnTo>
                  <a:pt x="343" y="116"/>
                </a:lnTo>
                <a:lnTo>
                  <a:pt x="310" y="194"/>
                </a:lnTo>
                <a:lnTo>
                  <a:pt x="468" y="194"/>
                </a:lnTo>
                <a:lnTo>
                  <a:pt x="555" y="0"/>
                </a:lnTo>
                <a:lnTo>
                  <a:pt x="395" y="0"/>
                </a:lnTo>
                <a:lnTo>
                  <a:pt x="366" y="66"/>
                </a:lnTo>
                <a:lnTo>
                  <a:pt x="213" y="66"/>
                </a:lnTo>
                <a:lnTo>
                  <a:pt x="241" y="0"/>
                </a:lnTo>
                <a:lnTo>
                  <a:pt x="85" y="0"/>
                </a:lnTo>
                <a:lnTo>
                  <a:pt x="0" y="194"/>
                </a:lnTo>
                <a:close/>
              </a:path>
            </a:pathLst>
          </a:custGeom>
          <a:solidFill>
            <a:srgbClr val="0066B3"/>
          </a:solidFill>
          <a:ln>
            <a:noFill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7" name="Freeform 7">
            <a:extLst>
              <a:ext uri="{FF2B5EF4-FFF2-40B4-BE49-F238E27FC236}">
                <a16:creationId xmlns:a16="http://schemas.microsoft.com/office/drawing/2014/main" id="{BDB2FEF0-EF64-45DA-813D-671D40403054}"/>
              </a:ext>
            </a:extLst>
          </p:cNvPr>
          <p:cNvSpPr>
            <a:spLocks/>
          </p:cNvSpPr>
          <p:nvPr userDrawn="1"/>
        </p:nvSpPr>
        <p:spPr bwMode="auto">
          <a:xfrm>
            <a:off x="12365606" y="6380403"/>
            <a:ext cx="498233" cy="186117"/>
          </a:xfrm>
          <a:custGeom>
            <a:avLst/>
            <a:gdLst>
              <a:gd name="T0" fmla="*/ 27472 w 222"/>
              <a:gd name="T1" fmla="*/ 6096 h 94"/>
              <a:gd name="T2" fmla="*/ 38398 w 222"/>
              <a:gd name="T3" fmla="*/ 6096 h 94"/>
              <a:gd name="T4" fmla="*/ 31506 w 222"/>
              <a:gd name="T5" fmla="*/ 1393 h 94"/>
              <a:gd name="T6" fmla="*/ 5865 w 222"/>
              <a:gd name="T7" fmla="*/ 4322 h 94"/>
              <a:gd name="T8" fmla="*/ 5337 w 222"/>
              <a:gd name="T9" fmla="*/ 14251 h 94"/>
              <a:gd name="T10" fmla="*/ 26448 w 222"/>
              <a:gd name="T11" fmla="*/ 15053 h 94"/>
              <a:gd name="T12" fmla="*/ 36125 w 222"/>
              <a:gd name="T13" fmla="*/ 10736 h 94"/>
              <a:gd name="T14" fmla="*/ 25048 w 222"/>
              <a:gd name="T15" fmla="*/ 10736 h 94"/>
              <a:gd name="T16" fmla="*/ 19556 w 222"/>
              <a:gd name="T17" fmla="*/ 12477 h 94"/>
              <a:gd name="T18" fmla="*/ 13622 w 222"/>
              <a:gd name="T19" fmla="*/ 8311 h 94"/>
              <a:gd name="T20" fmla="*/ 21763 w 222"/>
              <a:gd name="T21" fmla="*/ 4322 h 94"/>
              <a:gd name="T22" fmla="*/ 27472 w 222"/>
              <a:gd name="T23" fmla="*/ 6096 h 9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222" h="94">
                <a:moveTo>
                  <a:pt x="159" y="35"/>
                </a:moveTo>
                <a:cubicBezTo>
                  <a:pt x="222" y="35"/>
                  <a:pt x="222" y="35"/>
                  <a:pt x="222" y="35"/>
                </a:cubicBezTo>
                <a:cubicBezTo>
                  <a:pt x="221" y="21"/>
                  <a:pt x="208" y="12"/>
                  <a:pt x="182" y="8"/>
                </a:cubicBezTo>
                <a:cubicBezTo>
                  <a:pt x="130" y="0"/>
                  <a:pt x="74" y="3"/>
                  <a:pt x="34" y="25"/>
                </a:cubicBezTo>
                <a:cubicBezTo>
                  <a:pt x="2" y="43"/>
                  <a:pt x="0" y="69"/>
                  <a:pt x="31" y="82"/>
                </a:cubicBezTo>
                <a:cubicBezTo>
                  <a:pt x="58" y="93"/>
                  <a:pt x="113" y="94"/>
                  <a:pt x="153" y="87"/>
                </a:cubicBezTo>
                <a:cubicBezTo>
                  <a:pt x="179" y="83"/>
                  <a:pt x="198" y="74"/>
                  <a:pt x="209" y="62"/>
                </a:cubicBezTo>
                <a:cubicBezTo>
                  <a:pt x="145" y="62"/>
                  <a:pt x="145" y="62"/>
                  <a:pt x="145" y="62"/>
                </a:cubicBezTo>
                <a:cubicBezTo>
                  <a:pt x="137" y="68"/>
                  <a:pt x="126" y="71"/>
                  <a:pt x="113" y="72"/>
                </a:cubicBezTo>
                <a:cubicBezTo>
                  <a:pt x="77" y="72"/>
                  <a:pt x="72" y="61"/>
                  <a:pt x="79" y="48"/>
                </a:cubicBezTo>
                <a:cubicBezTo>
                  <a:pt x="86" y="34"/>
                  <a:pt x="102" y="25"/>
                  <a:pt x="126" y="25"/>
                </a:cubicBezTo>
                <a:cubicBezTo>
                  <a:pt x="145" y="24"/>
                  <a:pt x="154" y="28"/>
                  <a:pt x="159" y="35"/>
                </a:cubicBezTo>
                <a:close/>
              </a:path>
            </a:pathLst>
          </a:custGeom>
          <a:solidFill>
            <a:srgbClr val="0066B3"/>
          </a:solidFill>
          <a:ln>
            <a:noFill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8" name="Freeform 8">
            <a:extLst>
              <a:ext uri="{FF2B5EF4-FFF2-40B4-BE49-F238E27FC236}">
                <a16:creationId xmlns:a16="http://schemas.microsoft.com/office/drawing/2014/main" id="{9CB4A714-EEE4-4879-90BB-9B0B9B3C2D91}"/>
              </a:ext>
            </a:extLst>
          </p:cNvPr>
          <p:cNvSpPr>
            <a:spLocks/>
          </p:cNvSpPr>
          <p:nvPr userDrawn="1"/>
        </p:nvSpPr>
        <p:spPr bwMode="auto">
          <a:xfrm>
            <a:off x="12853380" y="6393816"/>
            <a:ext cx="383184" cy="162643"/>
          </a:xfrm>
          <a:custGeom>
            <a:avLst/>
            <a:gdLst>
              <a:gd name="T0" fmla="*/ 248 w 403"/>
              <a:gd name="T1" fmla="*/ 0 h 194"/>
              <a:gd name="T2" fmla="*/ 181 w 403"/>
              <a:gd name="T3" fmla="*/ 146 h 194"/>
              <a:gd name="T4" fmla="*/ 403 w 403"/>
              <a:gd name="T5" fmla="*/ 146 h 194"/>
              <a:gd name="T6" fmla="*/ 385 w 403"/>
              <a:gd name="T7" fmla="*/ 194 h 194"/>
              <a:gd name="T8" fmla="*/ 0 w 403"/>
              <a:gd name="T9" fmla="*/ 194 h 194"/>
              <a:gd name="T10" fmla="*/ 87 w 403"/>
              <a:gd name="T11" fmla="*/ 0 h 194"/>
              <a:gd name="T12" fmla="*/ 248 w 403"/>
              <a:gd name="T13" fmla="*/ 0 h 1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03" h="194">
                <a:moveTo>
                  <a:pt x="248" y="0"/>
                </a:moveTo>
                <a:lnTo>
                  <a:pt x="181" y="146"/>
                </a:lnTo>
                <a:lnTo>
                  <a:pt x="403" y="146"/>
                </a:lnTo>
                <a:lnTo>
                  <a:pt x="385" y="194"/>
                </a:lnTo>
                <a:lnTo>
                  <a:pt x="0" y="194"/>
                </a:lnTo>
                <a:lnTo>
                  <a:pt x="87" y="0"/>
                </a:lnTo>
                <a:lnTo>
                  <a:pt x="248" y="0"/>
                </a:lnTo>
                <a:close/>
              </a:path>
            </a:pathLst>
          </a:custGeom>
          <a:solidFill>
            <a:srgbClr val="0066B3"/>
          </a:solidFill>
          <a:ln>
            <a:noFill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FE3A3A-EA52-483D-A2A3-2A68C124A8C3}"/>
              </a:ext>
            </a:extLst>
          </p:cNvPr>
          <p:cNvSpPr/>
          <p:nvPr userDrawn="1"/>
        </p:nvSpPr>
        <p:spPr>
          <a:xfrm>
            <a:off x="457201" y="6573381"/>
            <a:ext cx="2095125" cy="1384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859F80E-620D-49A1-BE04-AB53E30ABC2A}" type="slidenum">
              <a:rPr lang="en-US" sz="900" smtClean="0">
                <a:solidFill>
                  <a:srgbClr val="404040"/>
                </a:solidFill>
                <a:latin typeface="Calibri" panose="020F0502020204030204"/>
                <a:cs typeface="Segoe UI" panose="020B0502040204020203" pitchFamily="34" charset="0"/>
              </a:rPr>
              <a:pPr eaLnBrk="1" hangingPunct="1"/>
              <a:t>‹#›</a:t>
            </a:fld>
            <a:r>
              <a:rPr lang="en-US" sz="900">
                <a:solidFill>
                  <a:srgbClr val="404040"/>
                </a:solidFill>
                <a:latin typeface="Calibri" panose="020F0502020204030204"/>
                <a:cs typeface="Segoe UI" panose="020B0502040204020203" pitchFamily="34" charset="0"/>
              </a:rPr>
              <a:t>  |  Technology for the next decade, today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E95038-264B-4545-B127-1C8C5F24E184}"/>
              </a:ext>
            </a:extLst>
          </p:cNvPr>
          <p:cNvSpPr txBox="1"/>
          <p:nvPr userDrawn="1"/>
        </p:nvSpPr>
        <p:spPr>
          <a:xfrm>
            <a:off x="13270342" y="215057"/>
            <a:ext cx="445658" cy="6057899"/>
          </a:xfrm>
          <a:prstGeom prst="rect">
            <a:avLst/>
          </a:prstGeom>
          <a:noFill/>
        </p:spPr>
        <p:txBody>
          <a:bodyPr vert="wordArtVert" wrap="square">
            <a:noAutofit/>
          </a:bodyPr>
          <a:lstStyle/>
          <a:p>
            <a:pPr algn="ctr"/>
            <a:r>
              <a:rPr lang="en-US" sz="700" b="1" spc="200" baseline="0">
                <a:solidFill>
                  <a:srgbClr val="FF686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DRAFT VERSION, HCL CONFIDENTIAL </a:t>
            </a:r>
          </a:p>
          <a:p>
            <a:pPr algn="ctr"/>
            <a:r>
              <a:rPr lang="en-US" sz="700" b="1" spc="200" baseline="0">
                <a:solidFill>
                  <a:srgbClr val="FF686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INTERNAL PURPOSE ONLY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F960349-06D5-4189-A562-817266D27156}"/>
              </a:ext>
            </a:extLst>
          </p:cNvPr>
          <p:cNvCxnSpPr/>
          <p:nvPr userDrawn="1"/>
        </p:nvCxnSpPr>
        <p:spPr>
          <a:xfrm>
            <a:off x="599711" y="724188"/>
            <a:ext cx="1247719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469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</p:sldLayoutIdLst>
  <p:hf sldNum="0" hdr="0" ftr="0" dt="0"/>
  <p:txStyles>
    <p:titleStyle>
      <a:lvl1pPr algn="l" defTabSz="914389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6" indent="-342896" algn="l" defTabSz="91438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40" indent="-285746" algn="l" defTabSz="914389" rtl="0" eaLnBrk="1" latinLnBrk="0" hangingPunct="1">
        <a:spcBef>
          <a:spcPct val="20000"/>
        </a:spcBef>
        <a:buFont typeface="Arial" pitchFamily="34" charset="0"/>
        <a:buChar char="–"/>
        <a:defRPr sz="2001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7" indent="-228598" algn="l" defTabSz="91438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1" indent="-228598" algn="l" defTabSz="914389" rtl="0" eaLnBrk="1" latinLnBrk="0" hangingPunct="1">
        <a:spcBef>
          <a:spcPct val="20000"/>
        </a:spcBef>
        <a:buFont typeface="Arial" pitchFamily="34" charset="0"/>
        <a:buChar char="–"/>
        <a:defRPr sz="16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8" algn="l" defTabSz="914389" rtl="0" eaLnBrk="1" latinLnBrk="0" hangingPunct="1">
        <a:spcBef>
          <a:spcPct val="20000"/>
        </a:spcBef>
        <a:buFont typeface="Arial" pitchFamily="34" charset="0"/>
        <a:buChar char="»"/>
        <a:defRPr sz="16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8" algn="l" defTabSz="914389" rtl="0" eaLnBrk="1" latinLnBrk="0" hangingPunct="1">
        <a:spcBef>
          <a:spcPct val="20000"/>
        </a:spcBef>
        <a:buFont typeface="Arial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3" indent="-228598" algn="l" defTabSz="914389" rtl="0" eaLnBrk="1" latinLnBrk="0" hangingPunct="1">
        <a:spcBef>
          <a:spcPct val="20000"/>
        </a:spcBef>
        <a:buFont typeface="Arial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7" indent="-228598" algn="l" defTabSz="914389" rtl="0" eaLnBrk="1" latinLnBrk="0" hangingPunct="1">
        <a:spcBef>
          <a:spcPct val="20000"/>
        </a:spcBef>
        <a:buFont typeface="Arial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1" indent="-228598" algn="l" defTabSz="914389" rtl="0" eaLnBrk="1" latinLnBrk="0" hangingPunct="1">
        <a:spcBef>
          <a:spcPct val="20000"/>
        </a:spcBef>
        <a:buFont typeface="Arial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2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6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2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6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1" y="1219201"/>
            <a:ext cx="12801600" cy="497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66700" marR="0" lvl="0" indent="-266700" algn="l" defTabSz="914126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80000"/>
              <a:buFont typeface="Wingdings 3" panose="05040102010807070707" pitchFamily="18" charset="2"/>
              <a:buChar char="u"/>
              <a:tabLst/>
              <a:defRPr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57201" y="57076"/>
            <a:ext cx="12801600" cy="719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7CEEBF-9863-8848-B13D-0FE87BB5E3AB}"/>
              </a:ext>
            </a:extLst>
          </p:cNvPr>
          <p:cNvSpPr/>
          <p:nvPr userDrawn="1"/>
        </p:nvSpPr>
        <p:spPr>
          <a:xfrm>
            <a:off x="457200" y="6573381"/>
            <a:ext cx="264496" cy="1384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859F80E-620D-49A1-BE04-AB53E30ABC2A}" type="slidenum">
              <a:rPr lang="it-IT" sz="900">
                <a:solidFill>
                  <a:srgbClr val="404040"/>
                </a:solidFill>
                <a:latin typeface="+mj-lt"/>
                <a:cs typeface="Segoe UI" panose="020B0502040204020203" pitchFamily="34" charset="0"/>
              </a:rPr>
              <a:pPr eaLnBrk="1" hangingPunct="1"/>
              <a:t>‹#›</a:t>
            </a:fld>
            <a:r>
              <a:rPr lang="it-IT" sz="900">
                <a:solidFill>
                  <a:srgbClr val="404040"/>
                </a:solidFill>
                <a:latin typeface="+mj-lt"/>
                <a:cs typeface="Segoe UI" panose="020B0502040204020203" pitchFamily="34" charset="0"/>
              </a:rPr>
              <a:t>  | </a:t>
            </a:r>
            <a:endParaRPr lang="en-US" sz="900">
              <a:solidFill>
                <a:srgbClr val="404040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849369-EFAE-3A46-9CD5-BACC5872E6F7}"/>
              </a:ext>
            </a:extLst>
          </p:cNvPr>
          <p:cNvSpPr>
            <a:spLocks/>
          </p:cNvSpPr>
          <p:nvPr userDrawn="1"/>
        </p:nvSpPr>
        <p:spPr>
          <a:xfrm>
            <a:off x="10187785" y="6594129"/>
            <a:ext cx="3064942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lvl="0" algn="r" defTabSz="1217613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Segoe UI" panose="020B0502040204020203" pitchFamily="34" charset="0"/>
              </a:rPr>
              <a:t>Copyright © 2021 HCL Technologies Limited  |  www.hcltech.com</a:t>
            </a:r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67BCFB02-4118-1D40-92BA-281413B753F0}"/>
              </a:ext>
            </a:extLst>
          </p:cNvPr>
          <p:cNvSpPr>
            <a:spLocks/>
          </p:cNvSpPr>
          <p:nvPr userDrawn="1"/>
        </p:nvSpPr>
        <p:spPr bwMode="auto">
          <a:xfrm>
            <a:off x="11864521" y="6393816"/>
            <a:ext cx="527709" cy="162643"/>
          </a:xfrm>
          <a:custGeom>
            <a:avLst/>
            <a:gdLst>
              <a:gd name="T0" fmla="*/ 0 w 555"/>
              <a:gd name="T1" fmla="*/ 194 h 194"/>
              <a:gd name="T2" fmla="*/ 156 w 555"/>
              <a:gd name="T3" fmla="*/ 194 h 194"/>
              <a:gd name="T4" fmla="*/ 189 w 555"/>
              <a:gd name="T5" fmla="*/ 116 h 194"/>
              <a:gd name="T6" fmla="*/ 343 w 555"/>
              <a:gd name="T7" fmla="*/ 116 h 194"/>
              <a:gd name="T8" fmla="*/ 310 w 555"/>
              <a:gd name="T9" fmla="*/ 194 h 194"/>
              <a:gd name="T10" fmla="*/ 468 w 555"/>
              <a:gd name="T11" fmla="*/ 194 h 194"/>
              <a:gd name="T12" fmla="*/ 555 w 555"/>
              <a:gd name="T13" fmla="*/ 0 h 194"/>
              <a:gd name="T14" fmla="*/ 395 w 555"/>
              <a:gd name="T15" fmla="*/ 0 h 194"/>
              <a:gd name="T16" fmla="*/ 366 w 555"/>
              <a:gd name="T17" fmla="*/ 66 h 194"/>
              <a:gd name="T18" fmla="*/ 213 w 555"/>
              <a:gd name="T19" fmla="*/ 66 h 194"/>
              <a:gd name="T20" fmla="*/ 241 w 555"/>
              <a:gd name="T21" fmla="*/ 0 h 194"/>
              <a:gd name="T22" fmla="*/ 85 w 555"/>
              <a:gd name="T23" fmla="*/ 0 h 194"/>
              <a:gd name="T24" fmla="*/ 0 w 555"/>
              <a:gd name="T25" fmla="*/ 194 h 19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555" h="194">
                <a:moveTo>
                  <a:pt x="0" y="194"/>
                </a:moveTo>
                <a:lnTo>
                  <a:pt x="156" y="194"/>
                </a:lnTo>
                <a:lnTo>
                  <a:pt x="189" y="116"/>
                </a:lnTo>
                <a:lnTo>
                  <a:pt x="343" y="116"/>
                </a:lnTo>
                <a:lnTo>
                  <a:pt x="310" y="194"/>
                </a:lnTo>
                <a:lnTo>
                  <a:pt x="468" y="194"/>
                </a:lnTo>
                <a:lnTo>
                  <a:pt x="555" y="0"/>
                </a:lnTo>
                <a:lnTo>
                  <a:pt x="395" y="0"/>
                </a:lnTo>
                <a:lnTo>
                  <a:pt x="366" y="66"/>
                </a:lnTo>
                <a:lnTo>
                  <a:pt x="213" y="66"/>
                </a:lnTo>
                <a:lnTo>
                  <a:pt x="241" y="0"/>
                </a:lnTo>
                <a:lnTo>
                  <a:pt x="85" y="0"/>
                </a:lnTo>
                <a:lnTo>
                  <a:pt x="0" y="19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 sz="6400">
              <a:latin typeface="+mj-lt"/>
            </a:endParaRP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56EF8A5E-F69E-FE4D-80F0-EC8C4233FC11}"/>
              </a:ext>
            </a:extLst>
          </p:cNvPr>
          <p:cNvSpPr>
            <a:spLocks/>
          </p:cNvSpPr>
          <p:nvPr userDrawn="1"/>
        </p:nvSpPr>
        <p:spPr bwMode="auto">
          <a:xfrm>
            <a:off x="12365606" y="6380403"/>
            <a:ext cx="498233" cy="186117"/>
          </a:xfrm>
          <a:custGeom>
            <a:avLst/>
            <a:gdLst>
              <a:gd name="T0" fmla="*/ 27472 w 222"/>
              <a:gd name="T1" fmla="*/ 6096 h 94"/>
              <a:gd name="T2" fmla="*/ 38398 w 222"/>
              <a:gd name="T3" fmla="*/ 6096 h 94"/>
              <a:gd name="T4" fmla="*/ 31506 w 222"/>
              <a:gd name="T5" fmla="*/ 1393 h 94"/>
              <a:gd name="T6" fmla="*/ 5865 w 222"/>
              <a:gd name="T7" fmla="*/ 4322 h 94"/>
              <a:gd name="T8" fmla="*/ 5337 w 222"/>
              <a:gd name="T9" fmla="*/ 14251 h 94"/>
              <a:gd name="T10" fmla="*/ 26448 w 222"/>
              <a:gd name="T11" fmla="*/ 15053 h 94"/>
              <a:gd name="T12" fmla="*/ 36125 w 222"/>
              <a:gd name="T13" fmla="*/ 10736 h 94"/>
              <a:gd name="T14" fmla="*/ 25048 w 222"/>
              <a:gd name="T15" fmla="*/ 10736 h 94"/>
              <a:gd name="T16" fmla="*/ 19556 w 222"/>
              <a:gd name="T17" fmla="*/ 12477 h 94"/>
              <a:gd name="T18" fmla="*/ 13622 w 222"/>
              <a:gd name="T19" fmla="*/ 8311 h 94"/>
              <a:gd name="T20" fmla="*/ 21763 w 222"/>
              <a:gd name="T21" fmla="*/ 4322 h 94"/>
              <a:gd name="T22" fmla="*/ 27472 w 222"/>
              <a:gd name="T23" fmla="*/ 6096 h 9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222" h="94">
                <a:moveTo>
                  <a:pt x="159" y="35"/>
                </a:moveTo>
                <a:cubicBezTo>
                  <a:pt x="222" y="35"/>
                  <a:pt x="222" y="35"/>
                  <a:pt x="222" y="35"/>
                </a:cubicBezTo>
                <a:cubicBezTo>
                  <a:pt x="221" y="21"/>
                  <a:pt x="208" y="12"/>
                  <a:pt x="182" y="8"/>
                </a:cubicBezTo>
                <a:cubicBezTo>
                  <a:pt x="130" y="0"/>
                  <a:pt x="74" y="3"/>
                  <a:pt x="34" y="25"/>
                </a:cubicBezTo>
                <a:cubicBezTo>
                  <a:pt x="2" y="43"/>
                  <a:pt x="0" y="69"/>
                  <a:pt x="31" y="82"/>
                </a:cubicBezTo>
                <a:cubicBezTo>
                  <a:pt x="58" y="93"/>
                  <a:pt x="113" y="94"/>
                  <a:pt x="153" y="87"/>
                </a:cubicBezTo>
                <a:cubicBezTo>
                  <a:pt x="179" y="83"/>
                  <a:pt x="198" y="74"/>
                  <a:pt x="209" y="62"/>
                </a:cubicBezTo>
                <a:cubicBezTo>
                  <a:pt x="145" y="62"/>
                  <a:pt x="145" y="62"/>
                  <a:pt x="145" y="62"/>
                </a:cubicBezTo>
                <a:cubicBezTo>
                  <a:pt x="137" y="68"/>
                  <a:pt x="126" y="71"/>
                  <a:pt x="113" y="72"/>
                </a:cubicBezTo>
                <a:cubicBezTo>
                  <a:pt x="77" y="72"/>
                  <a:pt x="72" y="61"/>
                  <a:pt x="79" y="48"/>
                </a:cubicBezTo>
                <a:cubicBezTo>
                  <a:pt x="86" y="34"/>
                  <a:pt x="102" y="25"/>
                  <a:pt x="126" y="25"/>
                </a:cubicBezTo>
                <a:cubicBezTo>
                  <a:pt x="145" y="24"/>
                  <a:pt x="154" y="28"/>
                  <a:pt x="159" y="35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 sz="6400">
              <a:latin typeface="+mj-lt"/>
            </a:endParaRPr>
          </a:p>
        </p:txBody>
      </p:sp>
      <p:sp>
        <p:nvSpPr>
          <p:cNvPr id="19" name="Freeform 8">
            <a:extLst>
              <a:ext uri="{FF2B5EF4-FFF2-40B4-BE49-F238E27FC236}">
                <a16:creationId xmlns:a16="http://schemas.microsoft.com/office/drawing/2014/main" id="{BEA441B1-0AA9-E44B-91A1-BD71C5E35E93}"/>
              </a:ext>
            </a:extLst>
          </p:cNvPr>
          <p:cNvSpPr>
            <a:spLocks/>
          </p:cNvSpPr>
          <p:nvPr userDrawn="1"/>
        </p:nvSpPr>
        <p:spPr bwMode="auto">
          <a:xfrm>
            <a:off x="12853380" y="6393816"/>
            <a:ext cx="383184" cy="162643"/>
          </a:xfrm>
          <a:custGeom>
            <a:avLst/>
            <a:gdLst>
              <a:gd name="T0" fmla="*/ 248 w 403"/>
              <a:gd name="T1" fmla="*/ 0 h 194"/>
              <a:gd name="T2" fmla="*/ 181 w 403"/>
              <a:gd name="T3" fmla="*/ 146 h 194"/>
              <a:gd name="T4" fmla="*/ 403 w 403"/>
              <a:gd name="T5" fmla="*/ 146 h 194"/>
              <a:gd name="T6" fmla="*/ 385 w 403"/>
              <a:gd name="T7" fmla="*/ 194 h 194"/>
              <a:gd name="T8" fmla="*/ 0 w 403"/>
              <a:gd name="T9" fmla="*/ 194 h 194"/>
              <a:gd name="T10" fmla="*/ 87 w 403"/>
              <a:gd name="T11" fmla="*/ 0 h 194"/>
              <a:gd name="T12" fmla="*/ 248 w 403"/>
              <a:gd name="T13" fmla="*/ 0 h 1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03" h="194">
                <a:moveTo>
                  <a:pt x="248" y="0"/>
                </a:moveTo>
                <a:lnTo>
                  <a:pt x="181" y="146"/>
                </a:lnTo>
                <a:lnTo>
                  <a:pt x="403" y="146"/>
                </a:lnTo>
                <a:lnTo>
                  <a:pt x="385" y="194"/>
                </a:lnTo>
                <a:lnTo>
                  <a:pt x="0" y="194"/>
                </a:lnTo>
                <a:lnTo>
                  <a:pt x="87" y="0"/>
                </a:lnTo>
                <a:lnTo>
                  <a:pt x="248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 sz="6400"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7B1ABE-81A0-134C-A76C-031A90C80F01}"/>
              </a:ext>
            </a:extLst>
          </p:cNvPr>
          <p:cNvSpPr/>
          <p:nvPr userDrawn="1"/>
        </p:nvSpPr>
        <p:spPr>
          <a:xfrm>
            <a:off x="457201" y="6573381"/>
            <a:ext cx="2095125" cy="1384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859F80E-620D-49A1-BE04-AB53E30ABC2A}" type="slidenum">
              <a:rPr lang="en-US" sz="900" noProof="0" smtClean="0">
                <a:solidFill>
                  <a:srgbClr val="404040"/>
                </a:solidFill>
                <a:latin typeface="+mj-lt"/>
                <a:cs typeface="Segoe UI" panose="020B0502040204020203" pitchFamily="34" charset="0"/>
              </a:rPr>
              <a:pPr eaLnBrk="1" hangingPunct="1"/>
              <a:t>‹#›</a:t>
            </a:fld>
            <a:r>
              <a:rPr lang="en-US" sz="900" noProof="0">
                <a:solidFill>
                  <a:srgbClr val="404040"/>
                </a:solidFill>
                <a:latin typeface="+mj-lt"/>
                <a:cs typeface="Segoe UI" panose="020B0502040204020203" pitchFamily="34" charset="0"/>
              </a:rPr>
              <a:t>  |  Technology for the next decade, today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D024B5-C6FA-44BF-91FD-86A7E895CC6D}"/>
              </a:ext>
            </a:extLst>
          </p:cNvPr>
          <p:cNvSpPr txBox="1"/>
          <p:nvPr userDrawn="1"/>
        </p:nvSpPr>
        <p:spPr>
          <a:xfrm>
            <a:off x="10510203" y="243287"/>
            <a:ext cx="2708636" cy="347169"/>
          </a:xfrm>
          <a:prstGeom prst="rect">
            <a:avLst/>
          </a:prstGeom>
          <a:noFill/>
        </p:spPr>
        <p:txBody>
          <a:bodyPr vert="horz" wrap="square">
            <a:noAutofit/>
          </a:bodyPr>
          <a:lstStyle/>
          <a:p>
            <a:pPr algn="ctr"/>
            <a:r>
              <a:rPr lang="en-US" sz="800" b="1" spc="200" baseline="0">
                <a:solidFill>
                  <a:srgbClr val="FF686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DRAFT VERSION - HCL CONFIDENTIAL </a:t>
            </a:r>
          </a:p>
          <a:p>
            <a:pPr algn="ctr"/>
            <a:r>
              <a:rPr lang="en-US" sz="800" b="1" spc="200" baseline="0">
                <a:solidFill>
                  <a:srgbClr val="FF686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INTERNAL PURPOSE ONLY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13DF3AE-4A9B-439F-9AC4-B3DA3D2A3954}"/>
              </a:ext>
            </a:extLst>
          </p:cNvPr>
          <p:cNvCxnSpPr>
            <a:cxnSpLocks/>
          </p:cNvCxnSpPr>
          <p:nvPr userDrawn="1"/>
        </p:nvCxnSpPr>
        <p:spPr>
          <a:xfrm>
            <a:off x="530436" y="779608"/>
            <a:ext cx="127222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5668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2" r:id="rId1"/>
    <p:sldLayoutId id="2147484063" r:id="rId2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0" cap="none" baseline="0">
          <a:solidFill>
            <a:srgbClr val="0066B3"/>
          </a:solidFill>
          <a:latin typeface="Arial" panose="020B060402020202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529B"/>
          </a:solidFill>
          <a:latin typeface="Novecento Book" pitchFamily="50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529B"/>
          </a:solidFill>
          <a:latin typeface="Novecento Book" pitchFamily="50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529B"/>
          </a:solidFill>
          <a:latin typeface="Novecento Book" pitchFamily="50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529B"/>
          </a:solidFill>
          <a:latin typeface="Novecento Book" pitchFamily="50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9pPr>
    </p:titleStyle>
    <p:bodyStyle>
      <a:lvl1pPr marL="266700" marR="0" indent="-266700" algn="l" defTabSz="914126" rtl="0" eaLnBrk="1" fontAlgn="auto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Pct val="80000"/>
        <a:buFont typeface="Wingdings 3" panose="05040102010807070707" pitchFamily="18" charset="2"/>
        <a:buChar char="u"/>
        <a:tabLst/>
        <a:defRPr sz="20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457200" indent="-228600" algn="l" rtl="0" eaLnBrk="1" fontAlgn="base" hangingPunct="1">
        <a:spcBef>
          <a:spcPct val="5000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−"/>
        <a:defRPr sz="1800">
          <a:solidFill>
            <a:schemeClr val="tx1"/>
          </a:solidFill>
          <a:latin typeface="Arial" panose="020B0604020202020204" pitchFamily="34" charset="0"/>
        </a:defRPr>
      </a:lvl2pPr>
      <a:lvl3pPr marL="690563" indent="-233363" algn="l" rtl="0" eaLnBrk="1" fontAlgn="base" hangingPunct="1">
        <a:spcBef>
          <a:spcPct val="5000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▫"/>
        <a:defRPr sz="1800">
          <a:solidFill>
            <a:schemeClr val="tx1"/>
          </a:solidFill>
          <a:latin typeface="Arial" panose="020B0604020202020204" pitchFamily="34" charset="0"/>
        </a:defRPr>
      </a:lvl3pPr>
      <a:lvl4pPr marL="904875" indent="-219075" algn="l" rtl="0" eaLnBrk="1" fontAlgn="base" hangingPunct="1">
        <a:spcBef>
          <a:spcPct val="5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4pPr>
      <a:lvl5pPr marL="1133475" indent="-219075" algn="l" rtl="0" eaLnBrk="1" fontAlgn="base" hangingPunct="1">
        <a:spcBef>
          <a:spcPct val="5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5pPr>
      <a:lvl6pPr marL="1590675" indent="-219075" algn="l" rtl="0" eaLnBrk="1" fontAlgn="base" hangingPunct="1">
        <a:spcBef>
          <a:spcPct val="5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6pPr>
      <a:lvl7pPr marL="2047875" indent="-219075" algn="l" rtl="0" eaLnBrk="1" fontAlgn="base" hangingPunct="1">
        <a:spcBef>
          <a:spcPct val="5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7pPr>
      <a:lvl8pPr marL="2505075" indent="-219075" algn="l" rtl="0" eaLnBrk="1" fontAlgn="base" hangingPunct="1">
        <a:spcBef>
          <a:spcPct val="5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8pPr>
      <a:lvl9pPr marL="2962275" indent="-219075" algn="l" rtl="0" eaLnBrk="1" fontAlgn="base" hangingPunct="1">
        <a:spcBef>
          <a:spcPct val="5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5A44C561-8A10-438E-B3D7-DB3733DDF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9437" y="1787955"/>
            <a:ext cx="5212077" cy="1426369"/>
          </a:xfrm>
        </p:spPr>
        <p:txBody>
          <a:bodyPr wrap="square" anchor="b">
            <a:normAutofit/>
          </a:bodyPr>
          <a:lstStyle/>
          <a:p>
            <a:r>
              <a:rPr lang="en-IN"/>
              <a:t>ERS Research</a:t>
            </a:r>
          </a:p>
        </p:txBody>
      </p:sp>
      <p:sp>
        <p:nvSpPr>
          <p:cNvPr id="27" name="Subtitle 3">
            <a:extLst>
              <a:ext uri="{FF2B5EF4-FFF2-40B4-BE49-F238E27FC236}">
                <a16:creationId xmlns:a16="http://schemas.microsoft.com/office/drawing/2014/main" id="{E1AD8FCC-F944-41B0-9432-85236795A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9436" y="3362016"/>
            <a:ext cx="5212077" cy="1500187"/>
          </a:xfrm>
        </p:spPr>
        <p:txBody>
          <a:bodyPr wrap="square" anchor="t">
            <a:normAutofit/>
          </a:bodyPr>
          <a:lstStyle/>
          <a:p>
            <a:r>
              <a:rPr lang="en-US" sz="2000" b="1"/>
              <a:t>Observability Tools</a:t>
            </a:r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38865AA5-4326-5E4C-AB2D-9ED49F388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emen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530" r="24914" b="1"/>
          <a:stretch/>
        </p:blipFill>
        <p:spPr>
          <a:xfrm>
            <a:off x="763608" y="120272"/>
            <a:ext cx="7454910" cy="6737728"/>
          </a:xfrm>
          <a:custGeom>
            <a:avLst/>
            <a:gdLst>
              <a:gd name="connsiteX0" fmla="*/ 4649698 w 8685630"/>
              <a:gd name="connsiteY0" fmla="*/ 3173918 h 7847984"/>
              <a:gd name="connsiteX1" fmla="*/ 8685630 w 8685630"/>
              <a:gd name="connsiteY1" fmla="*/ 5510190 h 7847984"/>
              <a:gd name="connsiteX2" fmla="*/ 4649698 w 8685630"/>
              <a:gd name="connsiteY2" fmla="*/ 7847984 h 7847984"/>
              <a:gd name="connsiteX3" fmla="*/ 0 w 8685630"/>
              <a:gd name="connsiteY3" fmla="*/ 0 h 7847984"/>
              <a:gd name="connsiteX4" fmla="*/ 4345099 w 8685630"/>
              <a:gd name="connsiteY4" fmla="*/ 2519031 h 7847984"/>
              <a:gd name="connsiteX5" fmla="*/ 0 w 8685630"/>
              <a:gd name="connsiteY5" fmla="*/ 5038062 h 7847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85630" h="7847984">
                <a:moveTo>
                  <a:pt x="4649698" y="3173918"/>
                </a:moveTo>
                <a:lnTo>
                  <a:pt x="8685630" y="5510190"/>
                </a:lnTo>
                <a:lnTo>
                  <a:pt x="4649698" y="7847984"/>
                </a:lnTo>
                <a:close/>
                <a:moveTo>
                  <a:pt x="0" y="0"/>
                </a:moveTo>
                <a:lnTo>
                  <a:pt x="4345099" y="2519031"/>
                </a:lnTo>
                <a:lnTo>
                  <a:pt x="0" y="5038062"/>
                </a:lnTo>
                <a:close/>
              </a:path>
            </a:pathLst>
          </a:custGeom>
          <a:noFill/>
        </p:spPr>
      </p:pic>
      <p:pic>
        <p:nvPicPr>
          <p:cNvPr id="11" name="Picture 10" descr="A picture containing dark, light, blue, water&#10;&#10;Description automatically generated">
            <a:extLst>
              <a:ext uri="{FF2B5EF4-FFF2-40B4-BE49-F238E27FC236}">
                <a16:creationId xmlns:a16="http://schemas.microsoft.com/office/drawing/2014/main" id="{ECEA7B54-51DD-6847-B01C-A7EDC0130F3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emen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2566" b="1"/>
          <a:stretch/>
        </p:blipFill>
        <p:spPr>
          <a:xfrm>
            <a:off x="4314711" y="10"/>
            <a:ext cx="1416561" cy="1646302"/>
          </a:xfrm>
          <a:custGeom>
            <a:avLst/>
            <a:gdLst>
              <a:gd name="connsiteX0" fmla="*/ 0 w 1646356"/>
              <a:gd name="connsiteY0" fmla="*/ 0 h 1912879"/>
              <a:gd name="connsiteX1" fmla="*/ 1646356 w 1646356"/>
              <a:gd name="connsiteY1" fmla="*/ 956440 h 1912879"/>
              <a:gd name="connsiteX2" fmla="*/ 0 w 1646356"/>
              <a:gd name="connsiteY2" fmla="*/ 1912879 h 1912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6356" h="1912879">
                <a:moveTo>
                  <a:pt x="0" y="0"/>
                </a:moveTo>
                <a:lnTo>
                  <a:pt x="1646356" y="956440"/>
                </a:lnTo>
                <a:lnTo>
                  <a:pt x="0" y="1912879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101147530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7">
            <a:extLst>
              <a:ext uri="{FF2B5EF4-FFF2-40B4-BE49-F238E27FC236}">
                <a16:creationId xmlns:a16="http://schemas.microsoft.com/office/drawing/2014/main" id="{3F9AD094-DFA5-4F20-AA58-70EB6F655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474" y="132169"/>
            <a:ext cx="12389593" cy="617250"/>
          </a:xfrm>
        </p:spPr>
        <p:txBody>
          <a:bodyPr>
            <a:normAutofit fontScale="90000"/>
          </a:bodyPr>
          <a:lstStyle/>
          <a:p>
            <a:br>
              <a:rPr lang="en-US" sz="2400" dirty="0"/>
            </a:br>
            <a:r>
              <a:rPr lang="en-US" sz="2700" dirty="0"/>
              <a:t>Open Source DB Tools</a:t>
            </a:r>
            <a:endParaRPr lang="en-IN" sz="27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5CF646-E314-4B69-96C4-0359B2EADCE9}"/>
              </a:ext>
            </a:extLst>
          </p:cNvPr>
          <p:cNvSpPr/>
          <p:nvPr/>
        </p:nvSpPr>
        <p:spPr>
          <a:xfrm rot="5400000">
            <a:off x="4109221" y="-2720368"/>
            <a:ext cx="5437172" cy="126204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b="1">
              <a:solidFill>
                <a:schemeClr val="tx1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8930640" y="1936795"/>
            <a:ext cx="4480560" cy="2567020"/>
            <a:chOff x="8930640" y="1936792"/>
            <a:chExt cx="4480560" cy="2216156"/>
          </a:xfrm>
        </p:grpSpPr>
        <p:sp>
          <p:nvSpPr>
            <p:cNvPr id="11" name="TextBox 10"/>
            <p:cNvSpPr txBox="1"/>
            <p:nvPr/>
          </p:nvSpPr>
          <p:spPr>
            <a:xfrm>
              <a:off x="8930640" y="1936792"/>
              <a:ext cx="4480560" cy="2922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68275" indent="-168275" algn="just">
                <a:buFont typeface="Arial" panose="020B0604020202020204" pitchFamily="34" charset="0"/>
                <a:buChar char="•"/>
              </a:pPr>
              <a:endParaRPr lang="en-US" sz="16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930640" y="3927095"/>
              <a:ext cx="4480560" cy="2258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517584" y="949715"/>
            <a:ext cx="12620446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u="sng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InfluxDB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The InfluxDB time series platform is purpose-built to collect, store, process and visualize metrics and events.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InfluxDB is the time series platform for developer, Made for developers to build time-series-based applications quickly and at scale.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InfluxDB provides a time series database designed to handle high write and query loads and offers highly scalable clusters on infrastructure with a management UI.</a:t>
            </a:r>
          </a:p>
          <a:p>
            <a:endParaRPr lang="en-US" sz="16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Features: API’s &amp; Toolset, A Time Series Engine, Community &amp; Ecosystem, Easy to build &amp; Easy to share and Start from UI.</a:t>
            </a:r>
          </a:p>
          <a:p>
            <a:endParaRPr lang="en-US" sz="14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sz="1600" b="1" u="sng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Cortex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Cortex is an open source time series database and monitoring system for applications and micro services.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Based on Prometheus, Cortex adds horizontal scaling and virtually indefinite data retention.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Features: Horizontally Scalable, Prometheus compatible, Virtually infinite data retention, Designed for micro services &amp; containers, Hundreds of integrations. </a:t>
            </a:r>
          </a:p>
          <a:p>
            <a:endParaRPr lang="en-US" sz="16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sz="1600" b="1" u="sng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Loki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Loki is a horizontally scalable, highly available, multi-tenant log aggregation system inspired by Prometheus.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It is designed to be very cost effective and easy to operate. It does not index the contents of the logs, but rather a set of labels for each log stream.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Loki’s minimal indexing approach means that storing the same set of logs in Loki requires far less storage than with other solutions.</a:t>
            </a:r>
          </a:p>
          <a:p>
            <a:endParaRPr lang="en-US" sz="16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Features: Log any &amp; all formats, Fast writes, Tiny indexes, Cheaper to run, Simpler to operate, Fast queries, Cut and slice your logs in dynamic ways (Flexible).</a:t>
            </a:r>
            <a:endParaRPr lang="en-US" sz="1400" b="1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666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7">
            <a:extLst>
              <a:ext uri="{FF2B5EF4-FFF2-40B4-BE49-F238E27FC236}">
                <a16:creationId xmlns:a16="http://schemas.microsoft.com/office/drawing/2014/main" id="{3F9AD094-DFA5-4F20-AA58-70EB6F655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474" y="132169"/>
            <a:ext cx="12389593" cy="617250"/>
          </a:xfrm>
        </p:spPr>
        <p:txBody>
          <a:bodyPr>
            <a:normAutofit fontScale="90000"/>
          </a:bodyPr>
          <a:lstStyle/>
          <a:p>
            <a:br>
              <a:rPr lang="en-US" sz="2400" dirty="0"/>
            </a:br>
            <a:r>
              <a:rPr lang="en-US" sz="2400" dirty="0">
                <a:latin typeface="+mn-lt"/>
                <a:ea typeface="+mj-lt"/>
                <a:cs typeface="+mj-lt"/>
              </a:rPr>
              <a:t>Prometheus/</a:t>
            </a:r>
            <a:r>
              <a:rPr lang="en-US" sz="2400" dirty="0" err="1">
                <a:latin typeface="+mn-lt"/>
                <a:ea typeface="+mj-lt"/>
                <a:cs typeface="+mj-lt"/>
              </a:rPr>
              <a:t>Telegraf</a:t>
            </a:r>
            <a:r>
              <a:rPr lang="en-US" sz="2400" dirty="0">
                <a:latin typeface="+mn-lt"/>
                <a:ea typeface="+mj-lt"/>
                <a:cs typeface="+mj-lt"/>
              </a:rPr>
              <a:t>/</a:t>
            </a:r>
            <a:r>
              <a:rPr lang="en-US" sz="2400" dirty="0" err="1">
                <a:latin typeface="+mn-lt"/>
                <a:ea typeface="+mj-lt"/>
                <a:cs typeface="+mj-lt"/>
              </a:rPr>
              <a:t>Fluentd</a:t>
            </a:r>
            <a:r>
              <a:rPr lang="en-US" sz="2400" dirty="0">
                <a:latin typeface="+mn-lt"/>
                <a:ea typeface="+mj-lt"/>
                <a:cs typeface="+mj-lt"/>
              </a:rPr>
              <a:t> for collecting metrics and logs</a:t>
            </a:r>
            <a:endParaRPr lang="en-IN" sz="2700" dirty="0">
              <a:latin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5CF646-E314-4B69-96C4-0359B2EADCE9}"/>
              </a:ext>
            </a:extLst>
          </p:cNvPr>
          <p:cNvSpPr/>
          <p:nvPr/>
        </p:nvSpPr>
        <p:spPr>
          <a:xfrm rot="5400000">
            <a:off x="4109221" y="-2720368"/>
            <a:ext cx="5437172" cy="126204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1600" u="sng" dirty="0">
                <a:cs typeface="Calibri"/>
              </a:rPr>
              <a:t>Prometheus: </a:t>
            </a:r>
            <a:endParaRPr lang="en-US" sz="1600" u="sng" dirty="0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1600" dirty="0">
                <a:ea typeface="+mn-lt"/>
                <a:cs typeface="+mn-lt"/>
              </a:rPr>
              <a:t>Event monitoring and alerting tool</a:t>
            </a:r>
            <a:endParaRPr lang="en-US" sz="1600" dirty="0">
              <a:cs typeface="Calibri"/>
            </a:endParaRPr>
          </a:p>
          <a:p>
            <a:pPr marL="457200" indent="-457200">
              <a:buAutoNum type="arabicPeriod"/>
            </a:pPr>
            <a:r>
              <a:rPr lang="en-US" sz="1600" dirty="0">
                <a:ea typeface="+mn-lt"/>
                <a:cs typeface="+mn-lt"/>
              </a:rPr>
              <a:t>Prometheus exporter + Prometheus Storage + Alert Manager</a:t>
            </a:r>
          </a:p>
          <a:p>
            <a:pPr marL="457200" indent="-457200">
              <a:buAutoNum type="arabicPeriod"/>
            </a:pPr>
            <a:r>
              <a:rPr lang="en-US" sz="1600" dirty="0">
                <a:ea typeface="+mn-lt"/>
                <a:cs typeface="+mn-lt"/>
              </a:rPr>
              <a:t>Store real-time metrics in a time series database</a:t>
            </a:r>
          </a:p>
          <a:p>
            <a:pPr marL="457200" indent="-457200">
              <a:buAutoNum type="arabicPeriod"/>
            </a:pPr>
            <a:r>
              <a:rPr lang="en-US" sz="1600" dirty="0">
                <a:ea typeface="+mn-lt"/>
                <a:cs typeface="+mn-lt"/>
              </a:rPr>
              <a:t>HTTP pull model for scarping metrics from target and storage in tsdb for query</a:t>
            </a:r>
            <a:endParaRPr lang="en-US" sz="1600" dirty="0">
              <a:cs typeface="Calibri"/>
            </a:endParaRPr>
          </a:p>
          <a:p>
            <a:pPr marL="0" indent="0">
              <a:buNone/>
            </a:pPr>
            <a:r>
              <a:rPr lang="en-US" sz="1600" u="sng" dirty="0">
                <a:cs typeface="Calibri"/>
              </a:rPr>
              <a:t>Telegraf:</a:t>
            </a:r>
          </a:p>
          <a:p>
            <a:pPr marL="342900" indent="-342900">
              <a:buAutoNum type="arabicPeriod"/>
            </a:pPr>
            <a:r>
              <a:rPr lang="en-US" sz="1600" dirty="0">
                <a:ea typeface="+mn-lt"/>
                <a:cs typeface="+mn-lt"/>
              </a:rPr>
              <a:t>Plugin-driven server agent for collecting and sending metrics and events</a:t>
            </a:r>
            <a:endParaRPr lang="en-US" sz="1600" b="1" dirty="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600" dirty="0">
                <a:cs typeface="Calibri"/>
              </a:rPr>
              <a:t>Used in TIG stack( Telegraf + InfluxDB + Grafana) for monitoring</a:t>
            </a:r>
          </a:p>
          <a:p>
            <a:pPr marL="342900" indent="-342900">
              <a:buAutoNum type="arabicPeriod"/>
            </a:pPr>
            <a:r>
              <a:rPr lang="en-US" sz="1600" dirty="0">
                <a:cs typeface="Calibri"/>
              </a:rPr>
              <a:t>Push model, Telegraf write metrics to storage like InfluxDB</a:t>
            </a:r>
          </a:p>
          <a:p>
            <a:pPr marL="0" indent="0">
              <a:buNone/>
            </a:pPr>
            <a:r>
              <a:rPr lang="en-US" sz="1600" u="sng" dirty="0"/>
              <a:t>Fluentd</a:t>
            </a:r>
            <a:r>
              <a:rPr lang="en-US" sz="1600" u="sng" dirty="0">
                <a:cs typeface="Calibri"/>
              </a:rPr>
              <a:t>:</a:t>
            </a:r>
            <a:endParaRPr lang="en-US" sz="1600" u="sng" dirty="0"/>
          </a:p>
          <a:p>
            <a:pPr marL="457200" indent="-457200">
              <a:buAutoNum type="arabicPeriod"/>
            </a:pPr>
            <a:r>
              <a:rPr lang="en-US" sz="1600" dirty="0">
                <a:ea typeface="+mn-lt"/>
                <a:cs typeface="+mn-lt"/>
              </a:rPr>
              <a:t>Open source data collector for building the unified logging layer</a:t>
            </a:r>
          </a:p>
          <a:p>
            <a:pPr marL="457200" indent="-457200">
              <a:buAutoNum type="arabicPeriod"/>
            </a:pPr>
            <a:r>
              <a:rPr lang="en-US" sz="1600" dirty="0">
                <a:ea typeface="+mn-lt"/>
                <a:cs typeface="+mn-lt"/>
              </a:rPr>
              <a:t>Once installed on a server, it runs in the background to collect, parse, transform, analyze and store various types of data</a:t>
            </a:r>
            <a:endParaRPr lang="en-US" sz="1600" dirty="0">
              <a:cs typeface="Calibri"/>
            </a:endParaRPr>
          </a:p>
          <a:p>
            <a:pPr marL="457200" indent="-457200">
              <a:buAutoNum type="arabicPeriod"/>
            </a:pPr>
            <a:r>
              <a:rPr lang="en-US" sz="1600" dirty="0">
                <a:ea typeface="+mn-lt"/>
                <a:cs typeface="+mn-lt"/>
              </a:rPr>
              <a:t>Fluentd collects events from various data sources and writes them to files, RDBMS, NoSQL, IaaS, SaaS, Hadoop and so on</a:t>
            </a:r>
            <a:endParaRPr lang="en-US" sz="1600" dirty="0">
              <a:cs typeface="Calibri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8930640" y="1936795"/>
            <a:ext cx="4480560" cy="2567020"/>
            <a:chOff x="8930640" y="1936792"/>
            <a:chExt cx="4480560" cy="2216156"/>
          </a:xfrm>
        </p:grpSpPr>
        <p:sp>
          <p:nvSpPr>
            <p:cNvPr id="11" name="TextBox 10"/>
            <p:cNvSpPr txBox="1"/>
            <p:nvPr/>
          </p:nvSpPr>
          <p:spPr>
            <a:xfrm>
              <a:off x="8930640" y="1936792"/>
              <a:ext cx="4480560" cy="2922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68275" indent="-168275" algn="just">
                <a:buFont typeface="Arial" panose="020B0604020202020204" pitchFamily="34" charset="0"/>
                <a:buChar char="•"/>
              </a:pPr>
              <a:endParaRPr lang="en-US" sz="16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930640" y="3927095"/>
              <a:ext cx="4480560" cy="2258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12474" y="978408"/>
            <a:ext cx="1252555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 b="1" u="sng" dirty="0">
                <a:solidFill>
                  <a:schemeClr val="tx1"/>
                </a:solidFill>
                <a:latin typeface="+mn-lt"/>
                <a:cs typeface="Calibri"/>
              </a:rPr>
              <a:t>Prometheus: </a:t>
            </a:r>
            <a:endParaRPr lang="en-US" sz="1800" b="1" u="sng" dirty="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Event monitoring and alerting tool</a:t>
            </a:r>
            <a:endParaRPr lang="en-US" sz="1800" dirty="0">
              <a:solidFill>
                <a:schemeClr val="tx1"/>
              </a:solidFill>
              <a:latin typeface="+mn-lt"/>
              <a:cs typeface="Calibri"/>
            </a:endParaRPr>
          </a:p>
          <a:p>
            <a:pPr marL="457200" indent="-457200"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Prometheus exporter + Prometheus Storage + Alert Manager</a:t>
            </a:r>
          </a:p>
          <a:p>
            <a:pPr marL="457200" indent="-457200"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Store real-time metrics in a time series database</a:t>
            </a:r>
          </a:p>
          <a:p>
            <a:pPr marL="457200" indent="-457200"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HTTP pull model for scarping metrics from target and storage in tsdb for query</a:t>
            </a:r>
          </a:p>
          <a:p>
            <a:endParaRPr lang="en-US" sz="1800" dirty="0">
              <a:solidFill>
                <a:schemeClr val="tx1"/>
              </a:solidFill>
              <a:latin typeface="+mn-lt"/>
              <a:cs typeface="Calibri"/>
            </a:endParaRPr>
          </a:p>
          <a:p>
            <a:pPr marL="0" indent="0">
              <a:buNone/>
            </a:pPr>
            <a:r>
              <a:rPr lang="en-US" sz="1800" b="1" u="sng" dirty="0">
                <a:solidFill>
                  <a:schemeClr val="tx1"/>
                </a:solidFill>
                <a:latin typeface="+mn-lt"/>
                <a:cs typeface="Calibri"/>
              </a:rPr>
              <a:t>Telegraf:</a:t>
            </a:r>
          </a:p>
          <a:p>
            <a:pPr marL="342900" indent="-342900"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Plugin-driven server agent for collecting and sending metrics and events</a:t>
            </a:r>
            <a:endParaRPr lang="en-US" sz="1800" b="1" dirty="0">
              <a:solidFill>
                <a:schemeClr val="tx1"/>
              </a:solidFill>
              <a:latin typeface="+mn-lt"/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+mn-lt"/>
                <a:cs typeface="Calibri"/>
              </a:rPr>
              <a:t>Used in TIG stack( Telegraf + InfluxDB + Grafana) for monitoring</a:t>
            </a:r>
          </a:p>
          <a:p>
            <a:pPr marL="342900" indent="-342900"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+mn-lt"/>
                <a:cs typeface="Calibri"/>
              </a:rPr>
              <a:t>Push model, Telegraf write metrics to storage like InfluxDB</a:t>
            </a:r>
          </a:p>
          <a:p>
            <a:pPr marL="0" indent="0">
              <a:buNone/>
            </a:pPr>
            <a:endParaRPr lang="en-US" sz="1800" u="sng" dirty="0">
              <a:solidFill>
                <a:schemeClr val="tx1"/>
              </a:solidFill>
              <a:latin typeface="+mn-lt"/>
            </a:endParaRPr>
          </a:p>
          <a:p>
            <a:pPr marL="0" indent="0">
              <a:buNone/>
            </a:pPr>
            <a:r>
              <a:rPr lang="en-US" sz="1800" b="1" u="sng" dirty="0">
                <a:solidFill>
                  <a:schemeClr val="tx1"/>
                </a:solidFill>
                <a:latin typeface="+mn-lt"/>
              </a:rPr>
              <a:t>Fluentd</a:t>
            </a:r>
            <a:r>
              <a:rPr lang="en-US" sz="1800" b="1" u="sng" dirty="0">
                <a:solidFill>
                  <a:schemeClr val="tx1"/>
                </a:solidFill>
                <a:latin typeface="+mn-lt"/>
                <a:cs typeface="Calibri"/>
              </a:rPr>
              <a:t>:</a:t>
            </a:r>
            <a:endParaRPr lang="en-US" sz="1800" b="1" u="sng" dirty="0">
              <a:solidFill>
                <a:schemeClr val="tx1"/>
              </a:solidFill>
              <a:latin typeface="+mn-lt"/>
            </a:endParaRPr>
          </a:p>
          <a:p>
            <a:pPr marL="457200" indent="-457200"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Open source data collector for building the unified logging layer</a:t>
            </a:r>
          </a:p>
          <a:p>
            <a:pPr marL="457200" indent="-457200"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Once installed on a server, it runs in the background to collect, parse, transform, analyze and store various types of data</a:t>
            </a:r>
            <a:endParaRPr lang="en-US" sz="1800" dirty="0">
              <a:solidFill>
                <a:schemeClr val="tx1"/>
              </a:solidFill>
              <a:latin typeface="+mn-lt"/>
              <a:cs typeface="Calibri"/>
            </a:endParaRPr>
          </a:p>
          <a:p>
            <a:pPr marL="457200" indent="-457200"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Fluentd collects events from various data sources and writes them to files, RDBMS, NoSQL, IaaS, SaaS, Hadoop and so on</a:t>
            </a:r>
            <a:endParaRPr lang="en-US" sz="1800" dirty="0">
              <a:solidFill>
                <a:schemeClr val="tx1"/>
              </a:solidFill>
              <a:latin typeface="+mn-lt"/>
              <a:cs typeface="Calibri"/>
            </a:endParaRPr>
          </a:p>
          <a:p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13589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72179-8BED-0B90-A964-7D0165943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Prometheus: Airflow metrics query</a:t>
            </a: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DA1423A9-49FA-61BC-45D7-8F3851AB3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6296" r="93" b="-185"/>
          <a:stretch/>
        </p:blipFill>
        <p:spPr>
          <a:xfrm>
            <a:off x="806482" y="813679"/>
            <a:ext cx="11293360" cy="5321908"/>
          </a:xfrm>
        </p:spPr>
      </p:pic>
    </p:spTree>
    <p:extLst>
      <p:ext uri="{BB962C8B-B14F-4D97-AF65-F5344CB8AC3E}">
        <p14:creationId xmlns:p14="http://schemas.microsoft.com/office/powerpoint/2010/main" val="1912698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B87F1-05F0-2445-3F3A-196C22CD3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Prometheus: Airflow few metrics list</a:t>
            </a:r>
            <a:endParaRPr lang="en-US" dirty="0"/>
          </a:p>
        </p:txBody>
      </p:sp>
      <p:pic>
        <p:nvPicPr>
          <p:cNvPr id="4" name="Picture 4" descr="Graphical user interface, application, table&#10;&#10;Description automatically generated">
            <a:extLst>
              <a:ext uri="{FF2B5EF4-FFF2-40B4-BE49-F238E27FC236}">
                <a16:creationId xmlns:a16="http://schemas.microsoft.com/office/drawing/2014/main" id="{15706CC0-5C74-EED2-BE3D-97F9493DF7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6340" y="842946"/>
            <a:ext cx="9834246" cy="5517349"/>
          </a:xfrm>
        </p:spPr>
      </p:pic>
    </p:spTree>
    <p:extLst>
      <p:ext uri="{BB962C8B-B14F-4D97-AF65-F5344CB8AC3E}">
        <p14:creationId xmlns:p14="http://schemas.microsoft.com/office/powerpoint/2010/main" val="294410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5191E-E3CE-5DCC-03E5-929234704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Grafana: Airflow metrics dashboard</a:t>
            </a: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D48CFA4-4B1E-DA35-B654-62BB48054F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6667" r="-92" b="-185"/>
          <a:stretch/>
        </p:blipFill>
        <p:spPr>
          <a:xfrm>
            <a:off x="751399" y="872212"/>
            <a:ext cx="11686430" cy="5429193"/>
          </a:xfrm>
        </p:spPr>
      </p:pic>
    </p:spTree>
    <p:extLst>
      <p:ext uri="{BB962C8B-B14F-4D97-AF65-F5344CB8AC3E}">
        <p14:creationId xmlns:p14="http://schemas.microsoft.com/office/powerpoint/2010/main" val="2708948275"/>
      </p:ext>
    </p:extLst>
  </p:cSld>
  <p:clrMapOvr>
    <a:masterClrMapping/>
  </p:clrMapOvr>
</p:sld>
</file>

<file path=ppt/theme/theme1.xml><?xml version="1.0" encoding="utf-8"?>
<a:theme xmlns:a="http://schemas.openxmlformats.org/drawingml/2006/main" name="1_ERS-21st Century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ometricPLM-Fon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RS-21st Century Template" id="{ED96169E-24FD-4521-960D-FC842ED910E9}" vid="{D2B74759-A8DC-4F27-885E-011933D02416}"/>
    </a:ext>
  </a:extLst>
</a:theme>
</file>

<file path=ppt/theme/theme2.xml><?xml version="1.0" encoding="utf-8"?>
<a:theme xmlns:a="http://schemas.openxmlformats.org/drawingml/2006/main" name="HCL Template">
  <a:themeElements>
    <a:clrScheme name="Custom 6">
      <a:dk1>
        <a:srgbClr val="000000"/>
      </a:dk1>
      <a:lt1>
        <a:srgbClr val="FFFFFF"/>
      </a:lt1>
      <a:dk2>
        <a:srgbClr val="F58220"/>
      </a:dk2>
      <a:lt2>
        <a:srgbClr val="0066B3"/>
      </a:lt2>
      <a:accent1>
        <a:srgbClr val="EB1946"/>
      </a:accent1>
      <a:accent2>
        <a:srgbClr val="5A2D91"/>
      </a:accent2>
      <a:accent3>
        <a:srgbClr val="00AEBD"/>
      </a:accent3>
      <a:accent4>
        <a:srgbClr val="44C8F4"/>
      </a:accent4>
      <a:accent5>
        <a:srgbClr val="AFC62E"/>
      </a:accent5>
      <a:accent6>
        <a:srgbClr val="FAB914"/>
      </a:accent6>
      <a:hlink>
        <a:srgbClr val="0066FF"/>
      </a:hlink>
      <a:folHlink>
        <a:srgbClr val="FAB9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rgbClr val="850909"/>
          </a:solidFill>
          <a:prstDash val="solid"/>
          <a:miter lim="800000"/>
          <a:headEnd type="none" w="sm" len="sm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rgbClr val="850909"/>
          </a:solidFill>
          <a:prstDash val="solid"/>
          <a:miter lim="800000"/>
          <a:headEnd type="none" w="sm" len="sm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CL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L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L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L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L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L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omprehensive Template" id="{6161E8C1-1F1E-664D-8B1C-59155804CDC6}" vid="{ADBEFB9F-3F70-AA42-911C-F13E983F1745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B29E204BAD2D49B809A4E06A26DC34" ma:contentTypeVersion="12" ma:contentTypeDescription="Create a new document." ma:contentTypeScope="" ma:versionID="918ea202dd15c5c8feab402888fe58c3">
  <xsd:schema xmlns:xsd="http://www.w3.org/2001/XMLSchema" xmlns:xs="http://www.w3.org/2001/XMLSchema" xmlns:p="http://schemas.microsoft.com/office/2006/metadata/properties" xmlns:ns2="e29aa6aa-c410-4770-ae40-a7f8a068da54" xmlns:ns3="43e54742-4fa4-4173-8bf6-b75d71bfe005" targetNamespace="http://schemas.microsoft.com/office/2006/metadata/properties" ma:root="true" ma:fieldsID="f9225705a1e91d3735e5bfe276a7a6b0" ns2:_="" ns3:_="">
    <xsd:import namespace="e29aa6aa-c410-4770-ae40-a7f8a068da54"/>
    <xsd:import namespace="43e54742-4fa4-4173-8bf6-b75d71bfe0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9aa6aa-c410-4770-ae40-a7f8a068da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e54742-4fa4-4173-8bf6-b75d71bfe005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5DFBA6D-9D37-4EC7-891A-025B07E008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2AEB9F6-06ED-423C-97F8-DE7A557EB2C8}">
  <ds:schemaRefs>
    <ds:schemaRef ds:uri="43e54742-4fa4-4173-8bf6-b75d71bfe005"/>
    <ds:schemaRef ds:uri="e29aa6aa-c410-4770-ae40-a7f8a068da5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CC94AC1-64E7-4402-A631-BE78AE8AA9CA}">
  <ds:schemaRefs>
    <ds:schemaRef ds:uri="43e54742-4fa4-4173-8bf6-b75d71bfe005"/>
    <ds:schemaRef ds:uri="e29aa6aa-c410-4770-ae40-a7f8a068da5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269</Words>
  <Application>Microsoft Office PowerPoint</Application>
  <PresentationFormat>Custom</PresentationFormat>
  <Paragraphs>51</Paragraphs>
  <Slides>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1_ERS-21st Century Template</vt:lpstr>
      <vt:lpstr>HCL Template</vt:lpstr>
      <vt:lpstr>ERS Research</vt:lpstr>
      <vt:lpstr> Open Source DB Tools</vt:lpstr>
      <vt:lpstr> Prometheus/Telegraf/Fluentd for collecting metrics and logs</vt:lpstr>
      <vt:lpstr>Prometheus: Airflow metrics query</vt:lpstr>
      <vt:lpstr>Prometheus: Airflow few metrics list</vt:lpstr>
      <vt:lpstr>Grafana: Airflow metrics dashboard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</dc:title>
  <dc:creator>Yogesh Gupta - ERS, HCL Tech</dc:creator>
  <cp:lastModifiedBy>Shrikant Nimbaragimath .</cp:lastModifiedBy>
  <cp:revision>39</cp:revision>
  <dcterms:created xsi:type="dcterms:W3CDTF">2020-04-26T17:51:17Z</dcterms:created>
  <dcterms:modified xsi:type="dcterms:W3CDTF">2022-04-06T11:32:58Z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CLClassification">
    <vt:lpwstr>HCL_Cla5s_1nt3rnal</vt:lpwstr>
  </property>
  <property fmtid="{D5CDD505-2E9C-101B-9397-08002B2CF9AE}" pid="3" name="HCL_Cla5s_D6">
    <vt:lpwstr>False</vt:lpwstr>
  </property>
  <property fmtid="{D5CDD505-2E9C-101B-9397-08002B2CF9AE}" pid="4" name="ContentTypeId">
    <vt:lpwstr>0x0101004DB29E204BAD2D49B809A4E06A26DC34</vt:lpwstr>
  </property>
  <property fmtid="{D5CDD505-2E9C-101B-9397-08002B2CF9AE}" pid="5" name="TitusGUID">
    <vt:lpwstr>43106a44-e2c2-4b54-9d00-a9477b4c3ee2</vt:lpwstr>
  </property>
  <property fmtid="{D5CDD505-2E9C-101B-9397-08002B2CF9AE}" pid="6" name="HCLClassD6">
    <vt:lpwstr>False</vt:lpwstr>
  </property>
</Properties>
</file>